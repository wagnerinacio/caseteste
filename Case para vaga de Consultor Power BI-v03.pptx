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charts/chart1.xml" ContentType="application/vnd.openxmlformats-officedocument.drawingml.char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theme/theme3.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4.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5.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1" r:id="rId1"/>
    <p:sldMasterId id="2147483864" r:id="rId2"/>
    <p:sldMasterId id="2147483894" r:id="rId3"/>
    <p:sldMasterId id="2147484104" r:id="rId4"/>
    <p:sldMasterId id="2147484146" r:id="rId5"/>
  </p:sldMasterIdLst>
  <p:notesMasterIdLst>
    <p:notesMasterId r:id="rId12"/>
  </p:notesMasterIdLst>
  <p:handoutMasterIdLst>
    <p:handoutMasterId r:id="rId13"/>
  </p:handoutMasterIdLst>
  <p:sldIdLst>
    <p:sldId id="1894" r:id="rId6"/>
    <p:sldId id="2151" r:id="rId7"/>
    <p:sldId id="2164" r:id="rId8"/>
    <p:sldId id="2165" r:id="rId9"/>
    <p:sldId id="2166" r:id="rId10"/>
    <p:sldId id="2167" r:id="rId11"/>
  </p:sldIdLst>
  <p:sldSz cx="12192000" cy="6858000"/>
  <p:notesSz cx="10236200" cy="7072313"/>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3840" userDrawn="1">
          <p15:clr>
            <a:srgbClr val="A4A3A4"/>
          </p15:clr>
        </p15:guide>
        <p15:guide id="3" pos="3795" userDrawn="1">
          <p15:clr>
            <a:srgbClr val="A4A3A4"/>
          </p15:clr>
        </p15:guide>
        <p15:guide id="4" orient="horz" pos="4065" userDrawn="1">
          <p15:clr>
            <a:srgbClr val="A4A3A4"/>
          </p15:clr>
        </p15:guide>
        <p15:guide id="5" orient="horz" pos="186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ristiane Gomes Costa" initials="CGC" lastIdx="43" clrIdx="0"/>
  <p:cmAuthor id="1" name="Christian de Paula" initials="CdP"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AFECA"/>
    <a:srgbClr val="DFE5EF"/>
    <a:srgbClr val="F5FD91"/>
    <a:srgbClr val="FFD2DA"/>
    <a:srgbClr val="FFAEBC"/>
    <a:srgbClr val="92D050"/>
    <a:srgbClr val="004691"/>
    <a:srgbClr val="3E628A"/>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7E3177-7844-30D0-10F8-AFCA662BDF53}" v="1" dt="2022-08-30T17:24:53.568"/>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316" autoAdjust="0"/>
    <p:restoredTop sz="94280" autoAdjust="0"/>
  </p:normalViewPr>
  <p:slideViewPr>
    <p:cSldViewPr snapToGrid="0">
      <p:cViewPr varScale="1">
        <p:scale>
          <a:sx n="85" d="100"/>
          <a:sy n="85" d="100"/>
        </p:scale>
        <p:origin x="346" y="62"/>
      </p:cViewPr>
      <p:guideLst>
        <p:guide orient="horz" pos="4320"/>
        <p:guide pos="3840"/>
        <p:guide pos="3795"/>
        <p:guide orient="horz" pos="4065"/>
        <p:guide orient="horz" pos="1865"/>
      </p:guideLst>
    </p:cSldViewPr>
  </p:slideViewPr>
  <p:outlineViewPr>
    <p:cViewPr>
      <p:scale>
        <a:sx n="33" d="100"/>
        <a:sy n="33" d="100"/>
      </p:scale>
      <p:origin x="0" y="2850"/>
    </p:cViewPr>
  </p:outlin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48" d="100"/>
          <a:sy n="48" d="100"/>
        </p:scale>
        <p:origin x="2940"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handoutMaster" Target="handoutMasters/handoutMaster1.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tags" Target="tags/ta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768115942028999"/>
          <c:y val="5.7446808510638298E-2"/>
          <c:w val="0.63043478260869601"/>
          <c:h val="0.76170212765957501"/>
        </c:manualLayout>
      </c:layout>
      <c:barChart>
        <c:barDir val="col"/>
        <c:grouping val="clustered"/>
        <c:varyColors val="0"/>
        <c:ser>
          <c:idx val="0"/>
          <c:order val="0"/>
          <c:tx>
            <c:strRef>
              <c:f>Sheet1!$A$2</c:f>
              <c:strCache>
                <c:ptCount val="1"/>
                <c:pt idx="0">
                  <c:v>Est</c:v>
                </c:pt>
              </c:strCache>
            </c:strRef>
          </c:tx>
          <c:spPr>
            <a:solidFill>
              <a:schemeClr val="tx2"/>
            </a:solidFill>
            <a:ln w="25382">
              <a:noFill/>
            </a:ln>
          </c:spPr>
          <c:invertIfNegative val="0"/>
          <c:dPt>
            <c:idx val="0"/>
            <c:invertIfNegative val="0"/>
            <c:bubble3D val="0"/>
            <c:spPr>
              <a:solidFill>
                <a:schemeClr val="accent1"/>
              </a:solidFill>
              <a:ln w="25382">
                <a:noFill/>
              </a:ln>
            </c:spPr>
            <c:extLst>
              <c:ext xmlns:c16="http://schemas.microsoft.com/office/drawing/2014/chart" uri="{C3380CC4-5D6E-409C-BE32-E72D297353CC}">
                <c16:uniqueId val="{00000001-F743-40E1-AA19-8414F6E0BC4F}"/>
              </c:ext>
            </c:extLst>
          </c:dPt>
          <c:dPt>
            <c:idx val="1"/>
            <c:invertIfNegative val="0"/>
            <c:bubble3D val="0"/>
            <c:spPr>
              <a:solidFill>
                <a:schemeClr val="accent2"/>
              </a:solidFill>
              <a:ln w="25382">
                <a:noFill/>
              </a:ln>
            </c:spPr>
            <c:extLst>
              <c:ext xmlns:c16="http://schemas.microsoft.com/office/drawing/2014/chart" uri="{C3380CC4-5D6E-409C-BE32-E72D297353CC}">
                <c16:uniqueId val="{00000003-F743-40E1-AA19-8414F6E0BC4F}"/>
              </c:ext>
            </c:extLst>
          </c:dPt>
          <c:dPt>
            <c:idx val="2"/>
            <c:invertIfNegative val="0"/>
            <c:bubble3D val="0"/>
            <c:spPr>
              <a:solidFill>
                <a:schemeClr val="folHlink"/>
              </a:solidFill>
              <a:ln w="25382">
                <a:noFill/>
              </a:ln>
            </c:spPr>
            <c:extLst>
              <c:ext xmlns:c16="http://schemas.microsoft.com/office/drawing/2014/chart" uri="{C3380CC4-5D6E-409C-BE32-E72D297353CC}">
                <c16:uniqueId val="{00000005-F743-40E1-AA19-8414F6E0BC4F}"/>
              </c:ext>
            </c:extLst>
          </c:dPt>
          <c:dPt>
            <c:idx val="3"/>
            <c:invertIfNegative val="0"/>
            <c:bubble3D val="0"/>
            <c:spPr>
              <a:solidFill>
                <a:schemeClr val="hlink"/>
              </a:solidFill>
              <a:ln w="25382">
                <a:noFill/>
              </a:ln>
            </c:spPr>
            <c:extLst>
              <c:ext xmlns:c16="http://schemas.microsoft.com/office/drawing/2014/chart" uri="{C3380CC4-5D6E-409C-BE32-E72D297353CC}">
                <c16:uniqueId val="{00000007-F743-40E1-AA19-8414F6E0BC4F}"/>
              </c:ext>
            </c:extLst>
          </c:dPt>
          <c:dPt>
            <c:idx val="4"/>
            <c:invertIfNegative val="0"/>
            <c:bubble3D val="0"/>
            <c:extLst>
              <c:ext xmlns:c16="http://schemas.microsoft.com/office/drawing/2014/chart" uri="{C3380CC4-5D6E-409C-BE32-E72D297353CC}">
                <c16:uniqueId val="{00000008-F743-40E1-AA19-8414F6E0BC4F}"/>
              </c:ext>
            </c:extLst>
          </c:dPt>
          <c:dPt>
            <c:idx val="5"/>
            <c:invertIfNegative val="0"/>
            <c:bubble3D val="0"/>
            <c:spPr>
              <a:solidFill>
                <a:schemeClr val="bg2"/>
              </a:solidFill>
              <a:ln w="25382">
                <a:noFill/>
              </a:ln>
            </c:spPr>
            <c:extLst>
              <c:ext xmlns:c16="http://schemas.microsoft.com/office/drawing/2014/chart" uri="{C3380CC4-5D6E-409C-BE32-E72D297353CC}">
                <c16:uniqueId val="{0000000A-F743-40E1-AA19-8414F6E0BC4F}"/>
              </c:ext>
            </c:extLst>
          </c:dPt>
          <c:dPt>
            <c:idx val="6"/>
            <c:invertIfNegative val="0"/>
            <c:bubble3D val="0"/>
            <c:spPr>
              <a:solidFill>
                <a:srgbClr val="505050"/>
              </a:solidFill>
              <a:ln w="25382">
                <a:noFill/>
              </a:ln>
            </c:spPr>
            <c:extLst>
              <c:ext xmlns:c16="http://schemas.microsoft.com/office/drawing/2014/chart" uri="{C3380CC4-5D6E-409C-BE32-E72D297353CC}">
                <c16:uniqueId val="{0000000C-F743-40E1-AA19-8414F6E0BC4F}"/>
              </c:ext>
            </c:extLst>
          </c:dPt>
          <c:dPt>
            <c:idx val="7"/>
            <c:invertIfNegative val="0"/>
            <c:bubble3D val="0"/>
            <c:spPr>
              <a:solidFill>
                <a:srgbClr val="AFAFAF"/>
              </a:solidFill>
              <a:ln w="25382">
                <a:noFill/>
              </a:ln>
            </c:spPr>
            <c:extLst>
              <c:ext xmlns:c16="http://schemas.microsoft.com/office/drawing/2014/chart" uri="{C3380CC4-5D6E-409C-BE32-E72D297353CC}">
                <c16:uniqueId val="{0000000E-F743-40E1-AA19-8414F6E0BC4F}"/>
              </c:ext>
            </c:extLst>
          </c:dPt>
          <c:cat>
            <c:strRef>
              <c:f>Sheet1!$B$1:$I$1</c:f>
              <c:strCache>
                <c:ptCount val="8"/>
                <c:pt idx="0">
                  <c:v>1° Trim.</c:v>
                </c:pt>
                <c:pt idx="1">
                  <c:v>2° Trim.</c:v>
                </c:pt>
                <c:pt idx="2">
                  <c:v>3° Trim.</c:v>
                </c:pt>
                <c:pt idx="3">
                  <c:v>4° Trim.</c:v>
                </c:pt>
                <c:pt idx="4">
                  <c:v>2007</c:v>
                </c:pt>
                <c:pt idx="5">
                  <c:v>2006</c:v>
                </c:pt>
                <c:pt idx="6">
                  <c:v>2005</c:v>
                </c:pt>
                <c:pt idx="7">
                  <c:v>2004</c:v>
                </c:pt>
              </c:strCache>
            </c:strRef>
          </c:cat>
          <c:val>
            <c:numRef>
              <c:f>Sheet1!$B$2:$I$2</c:f>
              <c:numCache>
                <c:formatCode>General</c:formatCode>
                <c:ptCount val="8"/>
                <c:pt idx="0">
                  <c:v>20.399999999999999</c:v>
                </c:pt>
                <c:pt idx="1">
                  <c:v>27.4</c:v>
                </c:pt>
                <c:pt idx="2">
                  <c:v>90</c:v>
                </c:pt>
                <c:pt idx="3">
                  <c:v>20.399999999999999</c:v>
                </c:pt>
                <c:pt idx="4">
                  <c:v>15</c:v>
                </c:pt>
                <c:pt idx="5">
                  <c:v>11</c:v>
                </c:pt>
                <c:pt idx="6">
                  <c:v>45</c:v>
                </c:pt>
                <c:pt idx="7">
                  <c:v>5</c:v>
                </c:pt>
              </c:numCache>
            </c:numRef>
          </c:val>
          <c:extLst>
            <c:ext xmlns:c16="http://schemas.microsoft.com/office/drawing/2014/chart" uri="{C3380CC4-5D6E-409C-BE32-E72D297353CC}">
              <c16:uniqueId val="{0000000F-F743-40E1-AA19-8414F6E0BC4F}"/>
            </c:ext>
          </c:extLst>
        </c:ser>
        <c:dLbls>
          <c:showLegendKey val="0"/>
          <c:showVal val="0"/>
          <c:showCatName val="0"/>
          <c:showSerName val="0"/>
          <c:showPercent val="0"/>
          <c:showBubbleSize val="0"/>
        </c:dLbls>
        <c:gapWidth val="150"/>
        <c:axId val="41758080"/>
        <c:axId val="41768064"/>
      </c:barChart>
      <c:catAx>
        <c:axId val="41758080"/>
        <c:scaling>
          <c:orientation val="minMax"/>
        </c:scaling>
        <c:delete val="0"/>
        <c:axPos val="b"/>
        <c:numFmt formatCode="General" sourceLinked="1"/>
        <c:majorTickMark val="out"/>
        <c:minorTickMark val="none"/>
        <c:tickLblPos val="nextTo"/>
        <c:spPr>
          <a:ln w="3173">
            <a:solidFill>
              <a:schemeClr val="tx1"/>
            </a:solidFill>
            <a:prstDash val="solid"/>
          </a:ln>
        </c:spPr>
        <c:txPr>
          <a:bodyPr rot="-2700000" vert="horz"/>
          <a:lstStyle/>
          <a:p>
            <a:pPr>
              <a:defRPr sz="800" b="0" i="0" u="none" strike="noStrike" baseline="0">
                <a:solidFill>
                  <a:schemeClr val="tx1"/>
                </a:solidFill>
                <a:latin typeface="TIM Sans Light" panose="00000400000000000000" pitchFamily="50" charset="0"/>
                <a:ea typeface="Franklin Gothic Medium"/>
                <a:cs typeface="Franklin Gothic Medium"/>
              </a:defRPr>
            </a:pPr>
            <a:endParaRPr lang="pt-BR"/>
          </a:p>
        </c:txPr>
        <c:crossAx val="41768064"/>
        <c:crosses val="autoZero"/>
        <c:auto val="1"/>
        <c:lblAlgn val="ctr"/>
        <c:lblOffset val="100"/>
        <c:tickLblSkip val="1"/>
        <c:tickMarkSkip val="1"/>
        <c:noMultiLvlLbl val="0"/>
      </c:catAx>
      <c:valAx>
        <c:axId val="41768064"/>
        <c:scaling>
          <c:orientation val="minMax"/>
        </c:scaling>
        <c:delete val="0"/>
        <c:axPos val="l"/>
        <c:majorGridlines>
          <c:spPr>
            <a:ln w="12691">
              <a:solidFill>
                <a:srgbClr val="C0C0C0"/>
              </a:solidFill>
              <a:prstDash val="solid"/>
            </a:ln>
          </c:spPr>
        </c:majorGridlines>
        <c:numFmt formatCode="General" sourceLinked="1"/>
        <c:majorTickMark val="cross"/>
        <c:minorTickMark val="none"/>
        <c:tickLblPos val="nextTo"/>
        <c:spPr>
          <a:ln w="3173">
            <a:solidFill>
              <a:schemeClr val="tx1"/>
            </a:solidFill>
            <a:prstDash val="solid"/>
          </a:ln>
        </c:spPr>
        <c:txPr>
          <a:bodyPr rot="0" vert="horz"/>
          <a:lstStyle/>
          <a:p>
            <a:pPr rtl="1">
              <a:defRPr sz="800" b="0" i="0" u="none" strike="noStrike" baseline="0">
                <a:solidFill>
                  <a:schemeClr val="tx1"/>
                </a:solidFill>
                <a:latin typeface="TIM Sans Light" panose="00000400000000000000" pitchFamily="50" charset="0"/>
                <a:ea typeface="Franklin Gothic Medium"/>
                <a:cs typeface="Franklin Gothic Medium"/>
              </a:defRPr>
            </a:pPr>
            <a:endParaRPr lang="pt-BR"/>
          </a:p>
        </c:txPr>
        <c:crossAx val="41758080"/>
        <c:crosses val="autoZero"/>
        <c:crossBetween val="between"/>
      </c:valAx>
      <c:spPr>
        <a:noFill/>
        <a:ln w="12691">
          <a:solidFill>
            <a:srgbClr val="AFAFAF"/>
          </a:solidFill>
          <a:prstDash val="solid"/>
        </a:ln>
      </c:spPr>
    </c:plotArea>
    <c:legend>
      <c:legendPos val="r"/>
      <c:layout>
        <c:manualLayout>
          <c:xMode val="edge"/>
          <c:yMode val="edge"/>
          <c:x val="0.79227053140096604"/>
          <c:y val="0.22340425531914901"/>
          <c:w val="0.20048309178744"/>
          <c:h val="0.427659574468085"/>
        </c:manualLayout>
      </c:layout>
      <c:overlay val="0"/>
      <c:spPr>
        <a:noFill/>
        <a:ln w="25382">
          <a:noFill/>
        </a:ln>
      </c:spPr>
      <c:txPr>
        <a:bodyPr/>
        <a:lstStyle/>
        <a:p>
          <a:pPr>
            <a:defRPr sz="1000" b="0" i="0" u="none" strike="noStrike" baseline="0">
              <a:solidFill>
                <a:schemeClr val="tx1"/>
              </a:solidFill>
              <a:latin typeface="TIM Sans Light" panose="00000400000000000000" pitchFamily="50" charset="0"/>
              <a:ea typeface="Franklin Gothic Medium"/>
              <a:cs typeface="Franklin Gothic Medium"/>
            </a:defRPr>
          </a:pPr>
          <a:endParaRPr lang="pt-BR"/>
        </a:p>
      </c:txPr>
    </c:legend>
    <c:plotVisOnly val="1"/>
    <c:dispBlanksAs val="gap"/>
    <c:showDLblsOverMax val="0"/>
  </c:chart>
  <c:spPr>
    <a:noFill/>
    <a:ln>
      <a:noFill/>
    </a:ln>
  </c:spPr>
  <c:txPr>
    <a:bodyPr/>
    <a:lstStyle/>
    <a:p>
      <a:pPr>
        <a:defRPr sz="1199" b="1" i="0" u="none" strike="noStrike" baseline="0">
          <a:solidFill>
            <a:schemeClr val="tx1"/>
          </a:solidFill>
          <a:latin typeface="Franklin Gothic Demi"/>
          <a:ea typeface="Franklin Gothic Demi"/>
          <a:cs typeface="Franklin Gothic Demi"/>
        </a:defRPr>
      </a:pPr>
      <a:endParaRPr lang="pt-BR"/>
    </a:p>
  </c:txPr>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4436639" cy="353842"/>
          </a:xfrm>
          <a:prstGeom prst="rect">
            <a:avLst/>
          </a:prstGeom>
        </p:spPr>
        <p:txBody>
          <a:bodyPr vert="horz" lIns="94476" tIns="47238" rIns="94476" bIns="47238" rtlCol="0"/>
          <a:lstStyle>
            <a:lvl1pPr algn="l">
              <a:defRPr sz="1200"/>
            </a:lvl1pPr>
          </a:lstStyle>
          <a:p>
            <a:endParaRPr lang="pt-BR"/>
          </a:p>
        </p:txBody>
      </p:sp>
      <p:sp>
        <p:nvSpPr>
          <p:cNvPr id="3" name="Date Placeholder 2"/>
          <p:cNvSpPr>
            <a:spLocks noGrp="1"/>
          </p:cNvSpPr>
          <p:nvPr>
            <p:ph type="dt" sz="quarter" idx="1"/>
          </p:nvPr>
        </p:nvSpPr>
        <p:spPr>
          <a:xfrm>
            <a:off x="5797179" y="0"/>
            <a:ext cx="4436639" cy="353842"/>
          </a:xfrm>
          <a:prstGeom prst="rect">
            <a:avLst/>
          </a:prstGeom>
        </p:spPr>
        <p:txBody>
          <a:bodyPr vert="horz" lIns="94476" tIns="47238" rIns="94476" bIns="47238" rtlCol="0"/>
          <a:lstStyle>
            <a:lvl1pPr algn="r">
              <a:defRPr sz="1200"/>
            </a:lvl1pPr>
          </a:lstStyle>
          <a:p>
            <a:fld id="{C2A999A4-7775-461D-AEA9-6F8BD774FF4A}" type="datetimeFigureOut">
              <a:rPr lang="pt-BR" smtClean="0"/>
              <a:t>27/03/2026</a:t>
            </a:fld>
            <a:endParaRPr lang="pt-BR"/>
          </a:p>
        </p:txBody>
      </p:sp>
      <p:sp>
        <p:nvSpPr>
          <p:cNvPr id="4" name="Footer Placeholder 3"/>
          <p:cNvSpPr>
            <a:spLocks noGrp="1"/>
          </p:cNvSpPr>
          <p:nvPr>
            <p:ph type="ftr" sz="quarter" idx="2"/>
          </p:nvPr>
        </p:nvSpPr>
        <p:spPr>
          <a:xfrm>
            <a:off x="2" y="6717341"/>
            <a:ext cx="4436639" cy="353842"/>
          </a:xfrm>
          <a:prstGeom prst="rect">
            <a:avLst/>
          </a:prstGeom>
        </p:spPr>
        <p:txBody>
          <a:bodyPr vert="horz" lIns="94476" tIns="47238" rIns="94476" bIns="47238" rtlCol="0" anchor="b"/>
          <a:lstStyle>
            <a:lvl1pPr algn="l">
              <a:defRPr sz="1200"/>
            </a:lvl1pPr>
          </a:lstStyle>
          <a:p>
            <a:endParaRPr lang="pt-BR"/>
          </a:p>
        </p:txBody>
      </p:sp>
      <p:sp>
        <p:nvSpPr>
          <p:cNvPr id="5" name="Slide Number Placeholder 4"/>
          <p:cNvSpPr>
            <a:spLocks noGrp="1"/>
          </p:cNvSpPr>
          <p:nvPr>
            <p:ph type="sldNum" sz="quarter" idx="3"/>
          </p:nvPr>
        </p:nvSpPr>
        <p:spPr>
          <a:xfrm>
            <a:off x="5797179" y="6717341"/>
            <a:ext cx="4436639" cy="353842"/>
          </a:xfrm>
          <a:prstGeom prst="rect">
            <a:avLst/>
          </a:prstGeom>
        </p:spPr>
        <p:txBody>
          <a:bodyPr vert="horz" lIns="94476" tIns="47238" rIns="94476" bIns="47238" rtlCol="0" anchor="b"/>
          <a:lstStyle>
            <a:lvl1pPr algn="r">
              <a:defRPr sz="1200"/>
            </a:lvl1pPr>
          </a:lstStyle>
          <a:p>
            <a:fld id="{A3BBAE4A-A2FE-479C-9E3E-0A5A3143A58D}" type="slidenum">
              <a:rPr lang="pt-BR" smtClean="0"/>
              <a:t>‹nº›</a:t>
            </a:fld>
            <a:endParaRPr lang="pt-BR"/>
          </a:p>
        </p:txBody>
      </p:sp>
    </p:spTree>
    <p:extLst>
      <p:ext uri="{BB962C8B-B14F-4D97-AF65-F5344CB8AC3E}">
        <p14:creationId xmlns:p14="http://schemas.microsoft.com/office/powerpoint/2010/main" val="41721039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435687" cy="354845"/>
          </a:xfrm>
          <a:prstGeom prst="rect">
            <a:avLst/>
          </a:prstGeom>
        </p:spPr>
        <p:txBody>
          <a:bodyPr vert="horz" lIns="94476" tIns="47238" rIns="94476" bIns="47238" rtlCol="0"/>
          <a:lstStyle>
            <a:lvl1pPr algn="l">
              <a:defRPr sz="1200"/>
            </a:lvl1pPr>
          </a:lstStyle>
          <a:p>
            <a:endParaRPr lang="en-US"/>
          </a:p>
        </p:txBody>
      </p:sp>
      <p:sp>
        <p:nvSpPr>
          <p:cNvPr id="3" name="Date Placeholder 2"/>
          <p:cNvSpPr>
            <a:spLocks noGrp="1"/>
          </p:cNvSpPr>
          <p:nvPr>
            <p:ph type="dt" idx="1"/>
          </p:nvPr>
        </p:nvSpPr>
        <p:spPr>
          <a:xfrm>
            <a:off x="5798145" y="0"/>
            <a:ext cx="4435687" cy="354845"/>
          </a:xfrm>
          <a:prstGeom prst="rect">
            <a:avLst/>
          </a:prstGeom>
        </p:spPr>
        <p:txBody>
          <a:bodyPr vert="horz" lIns="94476" tIns="47238" rIns="94476" bIns="47238" rtlCol="0"/>
          <a:lstStyle>
            <a:lvl1pPr algn="r">
              <a:defRPr sz="1200"/>
            </a:lvl1pPr>
          </a:lstStyle>
          <a:p>
            <a:fld id="{C7820CB7-613F-459F-9517-A3AC90965BC4}" type="datetimeFigureOut">
              <a:rPr lang="en-US" smtClean="0"/>
              <a:t>3/27/2026</a:t>
            </a:fld>
            <a:endParaRPr lang="en-US"/>
          </a:p>
        </p:txBody>
      </p:sp>
      <p:sp>
        <p:nvSpPr>
          <p:cNvPr id="4" name="Slide Image Placeholder 3"/>
          <p:cNvSpPr>
            <a:spLocks noGrp="1" noRot="1" noChangeAspect="1"/>
          </p:cNvSpPr>
          <p:nvPr>
            <p:ph type="sldImg" idx="2"/>
          </p:nvPr>
        </p:nvSpPr>
        <p:spPr>
          <a:xfrm>
            <a:off x="2997200" y="884238"/>
            <a:ext cx="4241800" cy="2387600"/>
          </a:xfrm>
          <a:prstGeom prst="rect">
            <a:avLst/>
          </a:prstGeom>
          <a:noFill/>
          <a:ln w="12700">
            <a:solidFill>
              <a:prstClr val="black"/>
            </a:solidFill>
          </a:ln>
        </p:spPr>
        <p:txBody>
          <a:bodyPr vert="horz" lIns="94476" tIns="47238" rIns="94476" bIns="47238" rtlCol="0" anchor="ctr"/>
          <a:lstStyle/>
          <a:p>
            <a:endParaRPr lang="en-US"/>
          </a:p>
        </p:txBody>
      </p:sp>
      <p:sp>
        <p:nvSpPr>
          <p:cNvPr id="5" name="Notes Placeholder 4"/>
          <p:cNvSpPr>
            <a:spLocks noGrp="1"/>
          </p:cNvSpPr>
          <p:nvPr>
            <p:ph type="body" sz="quarter" idx="3"/>
          </p:nvPr>
        </p:nvSpPr>
        <p:spPr>
          <a:xfrm>
            <a:off x="1023620" y="3403551"/>
            <a:ext cx="8188960" cy="2784724"/>
          </a:xfrm>
          <a:prstGeom prst="rect">
            <a:avLst/>
          </a:prstGeom>
        </p:spPr>
        <p:txBody>
          <a:bodyPr vert="horz" lIns="94476" tIns="47238" rIns="94476" bIns="4723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6717471"/>
            <a:ext cx="4435687" cy="354843"/>
          </a:xfrm>
          <a:prstGeom prst="rect">
            <a:avLst/>
          </a:prstGeom>
        </p:spPr>
        <p:txBody>
          <a:bodyPr vert="horz" lIns="94476" tIns="47238" rIns="94476" bIns="47238" rtlCol="0" anchor="b"/>
          <a:lstStyle>
            <a:lvl1pPr algn="l">
              <a:defRPr sz="1200"/>
            </a:lvl1pPr>
          </a:lstStyle>
          <a:p>
            <a:endParaRPr lang="en-US"/>
          </a:p>
        </p:txBody>
      </p:sp>
      <p:sp>
        <p:nvSpPr>
          <p:cNvPr id="7" name="Slide Number Placeholder 6"/>
          <p:cNvSpPr>
            <a:spLocks noGrp="1"/>
          </p:cNvSpPr>
          <p:nvPr>
            <p:ph type="sldNum" sz="quarter" idx="5"/>
          </p:nvPr>
        </p:nvSpPr>
        <p:spPr>
          <a:xfrm>
            <a:off x="5798145" y="6717471"/>
            <a:ext cx="4435687" cy="354843"/>
          </a:xfrm>
          <a:prstGeom prst="rect">
            <a:avLst/>
          </a:prstGeom>
        </p:spPr>
        <p:txBody>
          <a:bodyPr vert="horz" lIns="94476" tIns="47238" rIns="94476" bIns="47238" rtlCol="0" anchor="b"/>
          <a:lstStyle>
            <a:lvl1pPr algn="r">
              <a:defRPr sz="1200"/>
            </a:lvl1pPr>
          </a:lstStyle>
          <a:p>
            <a:fld id="{2E06CC6D-760F-476C-8BC4-C6E6864A393A}" type="slidenum">
              <a:rPr lang="en-US" smtClean="0"/>
              <a:t>‹nº›</a:t>
            </a:fld>
            <a:endParaRPr lang="en-US"/>
          </a:p>
        </p:txBody>
      </p:sp>
    </p:spTree>
    <p:extLst>
      <p:ext uri="{BB962C8B-B14F-4D97-AF65-F5344CB8AC3E}">
        <p14:creationId xmlns:p14="http://schemas.microsoft.com/office/powerpoint/2010/main" val="3345269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1800" y="1241425"/>
            <a:ext cx="5956300" cy="3351213"/>
          </a:xfrm>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10"/>
          </p:nvPr>
        </p:nvSpPr>
        <p:spPr/>
        <p:txBody>
          <a:bodyPr/>
          <a:lstStyle/>
          <a:p>
            <a:pPr>
              <a:defRPr/>
            </a:pPr>
            <a:fld id="{D93FE854-93A0-4BD8-AC8C-E705514ED556}" type="slidenum">
              <a:rPr lang="pt-BR" smtClean="0"/>
              <a:pPr>
                <a:defRPr/>
              </a:pPr>
              <a:t>1</a:t>
            </a:fld>
            <a:endParaRPr lang="pt-BR"/>
          </a:p>
        </p:txBody>
      </p:sp>
    </p:spTree>
    <p:extLst>
      <p:ext uri="{BB962C8B-B14F-4D97-AF65-F5344CB8AC3E}">
        <p14:creationId xmlns:p14="http://schemas.microsoft.com/office/powerpoint/2010/main" val="3760271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slideMaster" Target="../slideMasters/slideMaster4.xml"/><Relationship Id="rId4" Type="http://schemas.openxmlformats.org/officeDocument/2006/relationships/tags" Target="../tags/tag1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slideMaster" Target="../slideMasters/slideMaster5.xml"/><Relationship Id="rId4" Type="http://schemas.openxmlformats.org/officeDocument/2006/relationships/tags" Target="../tags/tag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pic>
        <p:nvPicPr>
          <p:cNvPr id="2" name="Image 1"/>
          <p:cNvPicPr>
            <a:picLocks noChangeAspect="1"/>
          </p:cNvPicPr>
          <p:nvPr/>
        </p:nvPicPr>
        <p:blipFill>
          <a:blip cstate="print"/>
          <a:stretch>
            <a:fillRect/>
          </a:stretch>
        </p:blipFill>
        <p:spPr>
          <a:xfrm>
            <a:off x="1588" y="1588"/>
            <a:ext cx="1587" cy="1587"/>
          </a:xfrm>
          <a:prstGeom prst="rect">
            <a:avLst/>
          </a:prstGeom>
        </p:spPr>
      </p:pic>
      <p:sp>
        <p:nvSpPr>
          <p:cNvPr id="9" name="Rectangle 2"/>
          <p:cNvSpPr>
            <a:spLocks noGrp="1" noChangeArrowheads="1"/>
          </p:cNvSpPr>
          <p:nvPr>
            <p:ph type="title"/>
          </p:nvPr>
        </p:nvSpPr>
        <p:spPr bwMode="auto">
          <a:xfrm>
            <a:off x="412752" y="360363"/>
            <a:ext cx="11279717"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it-IT"/>
              <a:t>Fare clic per modificare lo stile del titolo</a:t>
            </a:r>
            <a:endParaRPr lang="it-IT" dirty="0"/>
          </a:p>
        </p:txBody>
      </p:sp>
      <p:sp>
        <p:nvSpPr>
          <p:cNvPr id="11" name="Content Placeholder 3"/>
          <p:cNvSpPr>
            <a:spLocks noGrp="1" noChangeArrowheads="1"/>
          </p:cNvSpPr>
          <p:nvPr>
            <p:ph idx="1"/>
          </p:nvPr>
        </p:nvSpPr>
        <p:spPr bwMode="auto">
          <a:xfrm>
            <a:off x="412749" y="952501"/>
            <a:ext cx="11267016" cy="5222328"/>
          </a:xfrm>
          <a:prstGeom prst="rect">
            <a:avLst/>
          </a:prstGeom>
          <a:noFill/>
          <a:ln>
            <a:noFill/>
          </a:ln>
          <a:effectLst/>
        </p:spPr>
        <p:txBody>
          <a:bodyPr/>
          <a:lstStyle>
            <a:lvl1pPr>
              <a:defRPr>
                <a:solidFill>
                  <a:schemeClr val="tx1"/>
                </a:solidFill>
                <a:latin typeface="TIM Sans" panose="00000500000000000000" pitchFamily="50" charset="0"/>
              </a:defRPr>
            </a:lvl1pPr>
            <a:lvl2pPr>
              <a:defRPr>
                <a:solidFill>
                  <a:schemeClr val="tx1"/>
                </a:solidFill>
                <a:latin typeface="TIM Sans" panose="00000500000000000000" pitchFamily="50" charset="0"/>
              </a:defRPr>
            </a:lvl2pPr>
            <a:lvl3pPr>
              <a:defRPr>
                <a:solidFill>
                  <a:schemeClr val="tx1"/>
                </a:solidFill>
                <a:latin typeface="TIM Sans" panose="00000500000000000000" pitchFamily="50" charset="0"/>
              </a:defRPr>
            </a:lvl3pPr>
          </a:lstStyle>
          <a:p>
            <a:pPr lvl="0"/>
            <a:r>
              <a:rPr lang="it-IT" dirty="0"/>
              <a:t>Fare clic per modificare stili del testo dello schema</a:t>
            </a:r>
          </a:p>
          <a:p>
            <a:pPr lvl="1"/>
            <a:r>
              <a:rPr lang="it-IT" dirty="0"/>
              <a:t>Secondo livello</a:t>
            </a:r>
          </a:p>
          <a:p>
            <a:pPr lvl="2"/>
            <a:r>
              <a:rPr lang="it-IT" dirty="0"/>
              <a:t>Terzo livello</a:t>
            </a:r>
          </a:p>
        </p:txBody>
      </p:sp>
    </p:spTree>
    <p:extLst>
      <p:ext uri="{BB962C8B-B14F-4D97-AF65-F5344CB8AC3E}">
        <p14:creationId xmlns:p14="http://schemas.microsoft.com/office/powerpoint/2010/main" val="3405301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ottotitolo e Contenuto">
    <p:spTree>
      <p:nvGrpSpPr>
        <p:cNvPr id="1" name=""/>
        <p:cNvGrpSpPr/>
        <p:nvPr/>
      </p:nvGrpSpPr>
      <p:grpSpPr>
        <a:xfrm>
          <a:off x="0" y="0"/>
          <a:ext cx="0" cy="0"/>
          <a:chOff x="0" y="0"/>
          <a:chExt cx="0" cy="0"/>
        </a:xfrm>
      </p:grpSpPr>
      <p:pic>
        <p:nvPicPr>
          <p:cNvPr id="2" name="Image 1"/>
          <p:cNvPicPr>
            <a:picLocks noChangeAspect="1"/>
          </p:cNvPicPr>
          <p:nvPr/>
        </p:nvPicPr>
        <p:blipFill>
          <a:blip cstate="print"/>
          <a:stretch>
            <a:fillRect/>
          </a:stretch>
        </p:blipFill>
        <p:spPr>
          <a:xfrm>
            <a:off x="1588" y="1588"/>
            <a:ext cx="1587" cy="1587"/>
          </a:xfrm>
          <a:prstGeom prst="rect">
            <a:avLst/>
          </a:prstGeom>
        </p:spPr>
      </p:pic>
      <p:sp>
        <p:nvSpPr>
          <p:cNvPr id="9" name="Segnaposto testo 7"/>
          <p:cNvSpPr>
            <a:spLocks noGrp="1"/>
          </p:cNvSpPr>
          <p:nvPr>
            <p:ph type="body" sz="quarter" idx="10"/>
          </p:nvPr>
        </p:nvSpPr>
        <p:spPr>
          <a:xfrm>
            <a:off x="412751" y="692700"/>
            <a:ext cx="11299196" cy="332063"/>
          </a:xfrm>
          <a:noFill/>
          <a:ln>
            <a:noFill/>
          </a:ln>
          <a:effectLst/>
        </p:spPr>
        <p:txBody>
          <a:bodyPr wrap="none">
            <a:noAutofit/>
          </a:bodyPr>
          <a:lstStyle>
            <a:lvl1pPr>
              <a:defRPr lang="it-IT" sz="1400" kern="1200" dirty="0">
                <a:solidFill>
                  <a:schemeClr val="tx2"/>
                </a:solidFill>
                <a:latin typeface="TIM Sans" panose="00000500000000000000" pitchFamily="50" charset="0"/>
                <a:ea typeface="+mj-ea"/>
                <a:cs typeface="TIM Sans" panose="00000500000000000000" pitchFamily="50" charset="0"/>
              </a:defRPr>
            </a:lvl1pPr>
          </a:lstStyle>
          <a:p>
            <a:pPr lvl="0"/>
            <a:r>
              <a:rPr lang="it-IT"/>
              <a:t>Fare clic per modificare stili del testo dello schema</a:t>
            </a:r>
          </a:p>
        </p:txBody>
      </p:sp>
      <p:sp>
        <p:nvSpPr>
          <p:cNvPr id="10" name="Rectangle 2"/>
          <p:cNvSpPr>
            <a:spLocks noGrp="1" noChangeArrowheads="1"/>
          </p:cNvSpPr>
          <p:nvPr>
            <p:ph type="title"/>
          </p:nvPr>
        </p:nvSpPr>
        <p:spPr bwMode="auto">
          <a:xfrm>
            <a:off x="412752" y="360363"/>
            <a:ext cx="11279717"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it-IT" dirty="0"/>
              <a:t>Fare clic per modificare lo stile del titolo</a:t>
            </a:r>
          </a:p>
        </p:txBody>
      </p:sp>
      <p:sp>
        <p:nvSpPr>
          <p:cNvPr id="11" name="Segnaposto contenuto 2"/>
          <p:cNvSpPr>
            <a:spLocks noGrp="1"/>
          </p:cNvSpPr>
          <p:nvPr>
            <p:ph idx="1" hasCustomPrompt="1"/>
          </p:nvPr>
        </p:nvSpPr>
        <p:spPr>
          <a:xfrm>
            <a:off x="412749" y="1362252"/>
            <a:ext cx="11267016" cy="4587028"/>
          </a:xfrm>
        </p:spPr>
        <p:txBody>
          <a:bodyPr>
            <a:noAutofit/>
          </a:bodyPr>
          <a:lstStyle>
            <a:lvl1pPr>
              <a:defRPr>
                <a:solidFill>
                  <a:schemeClr val="tx1"/>
                </a:solidFill>
                <a:latin typeface="TIM Sans" panose="00000500000000000000" pitchFamily="50" charset="0"/>
              </a:defRPr>
            </a:lvl1pPr>
            <a:lvl2pPr>
              <a:defRPr>
                <a:solidFill>
                  <a:schemeClr val="tx1"/>
                </a:solidFill>
                <a:latin typeface="TIM Sans" panose="00000500000000000000" pitchFamily="50" charset="0"/>
              </a:defRPr>
            </a:lvl2pPr>
            <a:lvl3pPr>
              <a:defRPr sz="1400">
                <a:solidFill>
                  <a:schemeClr val="tx1"/>
                </a:solidFill>
                <a:latin typeface="TIM Sans" panose="00000500000000000000" pitchFamily="50" charset="0"/>
              </a:defRPr>
            </a:lvl3pPr>
            <a:lvl4pPr>
              <a:defRPr>
                <a:solidFill>
                  <a:schemeClr val="accent1"/>
                </a:solidFill>
              </a:defRPr>
            </a:lvl4pPr>
            <a:lvl5pPr>
              <a:defRPr>
                <a:solidFill>
                  <a:schemeClr val="accent1"/>
                </a:solidFill>
              </a:defRPr>
            </a:lvl5pPr>
          </a:lstStyle>
          <a:p>
            <a:pPr lvl="0"/>
            <a:r>
              <a:rPr lang="it-IT" dirty="0"/>
              <a:t>Fare clic per modificare gli stili del testo dello schema</a:t>
            </a:r>
          </a:p>
          <a:p>
            <a:pPr lvl="1"/>
            <a:r>
              <a:rPr lang="it-IT" dirty="0"/>
              <a:t>Secondo livello</a:t>
            </a:r>
          </a:p>
          <a:p>
            <a:pPr lvl="2"/>
            <a:r>
              <a:rPr lang="it-IT" dirty="0"/>
              <a:t>Terzo livello</a:t>
            </a:r>
          </a:p>
        </p:txBody>
      </p:sp>
      <p:sp>
        <p:nvSpPr>
          <p:cNvPr id="12" name="Segnaposto testo 2"/>
          <p:cNvSpPr>
            <a:spLocks noGrp="1"/>
          </p:cNvSpPr>
          <p:nvPr>
            <p:ph type="body" sz="quarter" idx="11" hasCustomPrompt="1"/>
          </p:nvPr>
        </p:nvSpPr>
        <p:spPr>
          <a:xfrm>
            <a:off x="3790954" y="6344692"/>
            <a:ext cx="7461249" cy="133350"/>
          </a:xfrm>
        </p:spPr>
        <p:txBody>
          <a:bodyPr/>
          <a:lstStyle>
            <a:lvl1pPr algn="r">
              <a:defRPr sz="800" b="1">
                <a:solidFill>
                  <a:schemeClr val="accent2"/>
                </a:solidFill>
              </a:defRPr>
            </a:lvl1pPr>
          </a:lstStyle>
          <a:p>
            <a:pPr>
              <a:lnSpc>
                <a:spcPct val="100000"/>
              </a:lnSpc>
            </a:pPr>
            <a:r>
              <a:rPr lang="it-IT" dirty="0"/>
              <a:t>Titolo della relazione</a:t>
            </a:r>
          </a:p>
        </p:txBody>
      </p:sp>
      <p:sp>
        <p:nvSpPr>
          <p:cNvPr id="13" name="Segnaposto testo 4"/>
          <p:cNvSpPr>
            <a:spLocks noGrp="1"/>
          </p:cNvSpPr>
          <p:nvPr>
            <p:ph type="body" sz="quarter" idx="12" hasCustomPrompt="1"/>
          </p:nvPr>
        </p:nvSpPr>
        <p:spPr>
          <a:xfrm>
            <a:off x="3790954" y="6450538"/>
            <a:ext cx="7461249" cy="130175"/>
          </a:xfrm>
        </p:spPr>
        <p:txBody>
          <a:bodyPr/>
          <a:lstStyle>
            <a:lvl1pPr algn="r">
              <a:defRPr sz="800">
                <a:solidFill>
                  <a:schemeClr val="accent3"/>
                </a:solidFill>
              </a:defRPr>
            </a:lvl1pPr>
          </a:lstStyle>
          <a:p>
            <a:pPr lvl="0"/>
            <a:r>
              <a:rPr lang="it-IT" dirty="0"/>
              <a:t>Nome del Relatore, Nome Struttura</a:t>
            </a:r>
          </a:p>
        </p:txBody>
      </p:sp>
    </p:spTree>
    <p:extLst>
      <p:ext uri="{BB962C8B-B14F-4D97-AF65-F5344CB8AC3E}">
        <p14:creationId xmlns:p14="http://schemas.microsoft.com/office/powerpoint/2010/main" val="3861456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Separatore 1">
    <p:spTree>
      <p:nvGrpSpPr>
        <p:cNvPr id="1" name=""/>
        <p:cNvGrpSpPr/>
        <p:nvPr/>
      </p:nvGrpSpPr>
      <p:grpSpPr>
        <a:xfrm>
          <a:off x="0" y="0"/>
          <a:ext cx="0" cy="0"/>
          <a:chOff x="0" y="0"/>
          <a:chExt cx="0" cy="0"/>
        </a:xfrm>
      </p:grpSpPr>
      <p:sp>
        <p:nvSpPr>
          <p:cNvPr id="9" name="Rectangle 2"/>
          <p:cNvSpPr>
            <a:spLocks noGrp="1" noChangeArrowheads="1"/>
          </p:cNvSpPr>
          <p:nvPr>
            <p:ph type="title"/>
          </p:nvPr>
        </p:nvSpPr>
        <p:spPr bwMode="auto">
          <a:xfrm>
            <a:off x="412752" y="360363"/>
            <a:ext cx="11279717"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it-IT"/>
              <a:t>Fare clic per modificare lo stile del titolo</a:t>
            </a:r>
            <a:endParaRPr lang="it-IT" dirty="0"/>
          </a:p>
        </p:txBody>
      </p:sp>
      <p:sp>
        <p:nvSpPr>
          <p:cNvPr id="10" name="Segnaposto testo 19"/>
          <p:cNvSpPr>
            <a:spLocks noGrp="1"/>
          </p:cNvSpPr>
          <p:nvPr>
            <p:ph type="body" sz="quarter" idx="12" hasCustomPrompt="1"/>
          </p:nvPr>
        </p:nvSpPr>
        <p:spPr>
          <a:xfrm>
            <a:off x="987632" y="1000343"/>
            <a:ext cx="10560000" cy="210244"/>
          </a:xfrm>
        </p:spPr>
        <p:txBody>
          <a:bodyPr>
            <a:noAutofit/>
          </a:bodyPr>
          <a:lstStyle>
            <a:lvl1pPr marL="0" marR="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sz="1400" b="1"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marL="0" marR="0" lvl="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a:pPr>
            <a:r>
              <a:rPr lang="en-US" dirty="0" err="1"/>
              <a:t>Argomento</a:t>
            </a:r>
            <a:r>
              <a:rPr lang="en-US" dirty="0"/>
              <a:t> #1 in TIM Sans </a:t>
            </a:r>
            <a:r>
              <a:rPr lang="en-US" dirty="0" err="1"/>
              <a:t>Grassetto</a:t>
            </a:r>
            <a:r>
              <a:rPr lang="en-US" dirty="0"/>
              <a:t> 14 </a:t>
            </a:r>
            <a:r>
              <a:rPr lang="en-US" dirty="0" err="1"/>
              <a:t>pt</a:t>
            </a:r>
            <a:endParaRPr lang="en-US" dirty="0"/>
          </a:p>
          <a:p>
            <a:pPr lvl="0"/>
            <a:endParaRPr lang="it-IT" dirty="0"/>
          </a:p>
        </p:txBody>
      </p:sp>
      <p:sp>
        <p:nvSpPr>
          <p:cNvPr id="11" name="Segnaposto testo 19"/>
          <p:cNvSpPr>
            <a:spLocks noGrp="1"/>
          </p:cNvSpPr>
          <p:nvPr>
            <p:ph type="body" sz="quarter" idx="20" hasCustomPrompt="1"/>
          </p:nvPr>
        </p:nvSpPr>
        <p:spPr>
          <a:xfrm>
            <a:off x="987632" y="1232784"/>
            <a:ext cx="10560000" cy="252000"/>
          </a:xfrm>
        </p:spPr>
        <p:txBody>
          <a:bodyPr>
            <a:noAutofit/>
          </a:bodyPr>
          <a:lstStyle>
            <a:lvl1pPr marL="0" indent="0">
              <a:lnSpc>
                <a:spcPct val="100000"/>
              </a:lnSpc>
              <a:spcBef>
                <a:spcPts val="0"/>
              </a:spcBef>
              <a:spcAft>
                <a:spcPts val="0"/>
              </a:spcAft>
              <a:defRPr sz="1200" b="0"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Sottotitolo</a:t>
            </a:r>
            <a:r>
              <a:rPr lang="en-US" dirty="0"/>
              <a:t> in TIM Sans 12 </a:t>
            </a:r>
            <a:r>
              <a:rPr lang="en-US" dirty="0" err="1"/>
              <a:t>pt</a:t>
            </a:r>
            <a:endParaRPr lang="en-US" dirty="0"/>
          </a:p>
        </p:txBody>
      </p:sp>
      <p:sp>
        <p:nvSpPr>
          <p:cNvPr id="12" name="Segnaposto testo 19"/>
          <p:cNvSpPr>
            <a:spLocks noGrp="1"/>
          </p:cNvSpPr>
          <p:nvPr>
            <p:ph type="body" sz="quarter" idx="39" hasCustomPrompt="1"/>
          </p:nvPr>
        </p:nvSpPr>
        <p:spPr>
          <a:xfrm>
            <a:off x="987632" y="2296487"/>
            <a:ext cx="10560000" cy="210244"/>
          </a:xfrm>
        </p:spPr>
        <p:txBody>
          <a:bodyPr>
            <a:noAutofit/>
          </a:bodyPr>
          <a:lstStyle>
            <a:lvl1pPr marL="0" marR="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sz="1400" b="1"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marL="0" marR="0" lvl="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a:pPr>
            <a:r>
              <a:rPr lang="en-US" dirty="0" err="1"/>
              <a:t>Argomento</a:t>
            </a:r>
            <a:r>
              <a:rPr lang="en-US" dirty="0"/>
              <a:t> #2 in TIM Sans </a:t>
            </a:r>
            <a:r>
              <a:rPr lang="en-US" dirty="0" err="1"/>
              <a:t>Grassetto</a:t>
            </a:r>
            <a:r>
              <a:rPr lang="en-US" dirty="0"/>
              <a:t> 14 </a:t>
            </a:r>
            <a:r>
              <a:rPr lang="en-US" dirty="0" err="1"/>
              <a:t>pt</a:t>
            </a:r>
            <a:endParaRPr lang="en-US" dirty="0"/>
          </a:p>
          <a:p>
            <a:pPr lvl="0"/>
            <a:endParaRPr lang="it-IT" dirty="0"/>
          </a:p>
        </p:txBody>
      </p:sp>
      <p:sp>
        <p:nvSpPr>
          <p:cNvPr id="13" name="Segnaposto testo 19"/>
          <p:cNvSpPr>
            <a:spLocks noGrp="1"/>
          </p:cNvSpPr>
          <p:nvPr>
            <p:ph type="body" sz="quarter" idx="40" hasCustomPrompt="1"/>
          </p:nvPr>
        </p:nvSpPr>
        <p:spPr>
          <a:xfrm>
            <a:off x="987632" y="2528928"/>
            <a:ext cx="10560000" cy="252000"/>
          </a:xfrm>
        </p:spPr>
        <p:txBody>
          <a:bodyPr>
            <a:noAutofit/>
          </a:bodyPr>
          <a:lstStyle>
            <a:lvl1pPr marL="0" indent="0">
              <a:lnSpc>
                <a:spcPct val="100000"/>
              </a:lnSpc>
              <a:spcBef>
                <a:spcPts val="0"/>
              </a:spcBef>
              <a:spcAft>
                <a:spcPts val="0"/>
              </a:spcAft>
              <a:defRPr sz="1200" b="0"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Sottotitolo</a:t>
            </a:r>
            <a:r>
              <a:rPr lang="en-US" dirty="0"/>
              <a:t> in TIM Sans 12 </a:t>
            </a:r>
            <a:r>
              <a:rPr lang="en-US" dirty="0" err="1"/>
              <a:t>pt</a:t>
            </a:r>
            <a:endParaRPr lang="en-US" dirty="0"/>
          </a:p>
        </p:txBody>
      </p:sp>
      <p:sp>
        <p:nvSpPr>
          <p:cNvPr id="14" name="Segnaposto testo 19"/>
          <p:cNvSpPr>
            <a:spLocks noGrp="1"/>
          </p:cNvSpPr>
          <p:nvPr>
            <p:ph type="body" sz="quarter" idx="42" hasCustomPrompt="1"/>
          </p:nvPr>
        </p:nvSpPr>
        <p:spPr>
          <a:xfrm>
            <a:off x="987632" y="3592631"/>
            <a:ext cx="10560000" cy="210244"/>
          </a:xfrm>
        </p:spPr>
        <p:txBody>
          <a:bodyPr>
            <a:noAutofit/>
          </a:bodyPr>
          <a:lstStyle>
            <a:lvl1pPr marL="0" marR="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sz="1400" b="1"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marL="0" marR="0" lvl="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a:pPr>
            <a:r>
              <a:rPr lang="en-US" dirty="0" err="1"/>
              <a:t>Argomento</a:t>
            </a:r>
            <a:r>
              <a:rPr lang="en-US" dirty="0"/>
              <a:t> #3 in TIM Sans </a:t>
            </a:r>
            <a:r>
              <a:rPr lang="en-US" dirty="0" err="1"/>
              <a:t>Grassetto</a:t>
            </a:r>
            <a:r>
              <a:rPr lang="en-US" dirty="0"/>
              <a:t> 14 </a:t>
            </a:r>
            <a:r>
              <a:rPr lang="en-US" dirty="0" err="1"/>
              <a:t>pt</a:t>
            </a:r>
            <a:endParaRPr lang="en-US" dirty="0"/>
          </a:p>
          <a:p>
            <a:pPr lvl="0"/>
            <a:endParaRPr lang="it-IT" dirty="0"/>
          </a:p>
        </p:txBody>
      </p:sp>
      <p:sp>
        <p:nvSpPr>
          <p:cNvPr id="15" name="Segnaposto testo 19"/>
          <p:cNvSpPr>
            <a:spLocks noGrp="1"/>
          </p:cNvSpPr>
          <p:nvPr>
            <p:ph type="body" sz="quarter" idx="43" hasCustomPrompt="1"/>
          </p:nvPr>
        </p:nvSpPr>
        <p:spPr>
          <a:xfrm>
            <a:off x="987632" y="3825072"/>
            <a:ext cx="10560000" cy="252000"/>
          </a:xfrm>
        </p:spPr>
        <p:txBody>
          <a:bodyPr>
            <a:noAutofit/>
          </a:bodyPr>
          <a:lstStyle>
            <a:lvl1pPr marL="0" indent="0">
              <a:lnSpc>
                <a:spcPct val="100000"/>
              </a:lnSpc>
              <a:spcBef>
                <a:spcPts val="0"/>
              </a:spcBef>
              <a:spcAft>
                <a:spcPts val="0"/>
              </a:spcAft>
              <a:defRPr sz="1200" b="0"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Sottotitolo</a:t>
            </a:r>
            <a:r>
              <a:rPr lang="en-US" dirty="0"/>
              <a:t> in TIM Sans 12 </a:t>
            </a:r>
            <a:r>
              <a:rPr lang="en-US" dirty="0" err="1"/>
              <a:t>pt</a:t>
            </a:r>
            <a:endParaRPr lang="en-US" dirty="0"/>
          </a:p>
        </p:txBody>
      </p:sp>
      <p:sp>
        <p:nvSpPr>
          <p:cNvPr id="16" name="Segnaposto testo 19"/>
          <p:cNvSpPr>
            <a:spLocks noGrp="1"/>
          </p:cNvSpPr>
          <p:nvPr>
            <p:ph type="body" sz="quarter" idx="45" hasCustomPrompt="1"/>
          </p:nvPr>
        </p:nvSpPr>
        <p:spPr>
          <a:xfrm>
            <a:off x="987632" y="4888775"/>
            <a:ext cx="10560000" cy="210244"/>
          </a:xfrm>
        </p:spPr>
        <p:txBody>
          <a:bodyPr>
            <a:noAutofit/>
          </a:bodyPr>
          <a:lstStyle>
            <a:lvl1pPr marL="0" marR="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sz="1400" b="1"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marL="0" marR="0" lvl="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a:pPr>
            <a:r>
              <a:rPr lang="en-US" dirty="0" err="1"/>
              <a:t>Argomento</a:t>
            </a:r>
            <a:r>
              <a:rPr lang="en-US" dirty="0"/>
              <a:t> #4 in TIM Sans </a:t>
            </a:r>
            <a:r>
              <a:rPr lang="en-US" dirty="0" err="1"/>
              <a:t>Grassetto</a:t>
            </a:r>
            <a:r>
              <a:rPr lang="en-US" dirty="0"/>
              <a:t> 14 </a:t>
            </a:r>
            <a:r>
              <a:rPr lang="en-US" dirty="0" err="1"/>
              <a:t>pt</a:t>
            </a:r>
            <a:endParaRPr lang="en-US" dirty="0"/>
          </a:p>
          <a:p>
            <a:pPr lvl="0"/>
            <a:endParaRPr lang="it-IT" dirty="0"/>
          </a:p>
        </p:txBody>
      </p:sp>
      <p:sp>
        <p:nvSpPr>
          <p:cNvPr id="17" name="Segnaposto testo 19"/>
          <p:cNvSpPr>
            <a:spLocks noGrp="1"/>
          </p:cNvSpPr>
          <p:nvPr>
            <p:ph type="body" sz="quarter" idx="46" hasCustomPrompt="1"/>
          </p:nvPr>
        </p:nvSpPr>
        <p:spPr>
          <a:xfrm>
            <a:off x="987632" y="5121216"/>
            <a:ext cx="10560000" cy="252000"/>
          </a:xfrm>
        </p:spPr>
        <p:txBody>
          <a:bodyPr>
            <a:noAutofit/>
          </a:bodyPr>
          <a:lstStyle>
            <a:lvl1pPr marL="0" indent="0">
              <a:lnSpc>
                <a:spcPct val="100000"/>
              </a:lnSpc>
              <a:spcBef>
                <a:spcPts val="0"/>
              </a:spcBef>
              <a:spcAft>
                <a:spcPts val="0"/>
              </a:spcAft>
              <a:defRPr sz="1200" b="0"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Sottotitolo</a:t>
            </a:r>
            <a:r>
              <a:rPr lang="en-US" dirty="0"/>
              <a:t> in TIM Sans 12 </a:t>
            </a:r>
            <a:r>
              <a:rPr lang="en-US" dirty="0" err="1"/>
              <a:t>pt</a:t>
            </a:r>
            <a:endParaRPr lang="en-US" dirty="0"/>
          </a:p>
        </p:txBody>
      </p:sp>
      <p:sp>
        <p:nvSpPr>
          <p:cNvPr id="18" name="Segnaposto testo 19"/>
          <p:cNvSpPr>
            <a:spLocks noGrp="1"/>
          </p:cNvSpPr>
          <p:nvPr>
            <p:ph type="body" sz="quarter" idx="48" hasCustomPrompt="1"/>
          </p:nvPr>
        </p:nvSpPr>
        <p:spPr>
          <a:xfrm>
            <a:off x="987632" y="1520816"/>
            <a:ext cx="10560000" cy="252000"/>
          </a:xfrm>
        </p:spPr>
        <p:txBody>
          <a:bodyPr>
            <a:noAutofit/>
          </a:bodyPr>
          <a:lstStyle>
            <a:lvl1pPr marL="0" indent="0">
              <a:lnSpc>
                <a:spcPct val="100000"/>
              </a:lnSpc>
              <a:spcBef>
                <a:spcPts val="0"/>
              </a:spcBef>
              <a:spcAft>
                <a:spcPts val="0"/>
              </a:spcAft>
              <a:defRPr sz="1000" b="0" i="0" baseline="0">
                <a:solidFill>
                  <a:srgbClr val="A0A0A0"/>
                </a:solidFill>
                <a:latin typeface="TIM Sans Light" panose="00000400000000000000" pitchFamily="2"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Dettaglio</a:t>
            </a:r>
            <a:r>
              <a:rPr lang="en-US" dirty="0"/>
              <a:t> TIM Sans Light 10 </a:t>
            </a:r>
            <a:r>
              <a:rPr lang="en-US" dirty="0" err="1"/>
              <a:t>pt</a:t>
            </a:r>
            <a:endParaRPr lang="en-US" dirty="0"/>
          </a:p>
        </p:txBody>
      </p:sp>
      <p:sp>
        <p:nvSpPr>
          <p:cNvPr id="19" name="Segnaposto testo 19"/>
          <p:cNvSpPr>
            <a:spLocks noGrp="1"/>
          </p:cNvSpPr>
          <p:nvPr>
            <p:ph type="body" sz="quarter" idx="49" hasCustomPrompt="1"/>
          </p:nvPr>
        </p:nvSpPr>
        <p:spPr>
          <a:xfrm>
            <a:off x="987632" y="2816960"/>
            <a:ext cx="10560000" cy="252000"/>
          </a:xfrm>
        </p:spPr>
        <p:txBody>
          <a:bodyPr>
            <a:noAutofit/>
          </a:bodyPr>
          <a:lstStyle>
            <a:lvl1pPr marL="0" indent="0">
              <a:lnSpc>
                <a:spcPct val="100000"/>
              </a:lnSpc>
              <a:spcBef>
                <a:spcPts val="0"/>
              </a:spcBef>
              <a:spcAft>
                <a:spcPts val="0"/>
              </a:spcAft>
              <a:defRPr sz="1000" b="0" i="0" baseline="0">
                <a:solidFill>
                  <a:srgbClr val="A0A0A0"/>
                </a:solidFill>
                <a:latin typeface="TIM Sans Light" panose="00000400000000000000" pitchFamily="2"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Dettaglio</a:t>
            </a:r>
            <a:r>
              <a:rPr lang="en-US" dirty="0"/>
              <a:t> TIM Sans Light 10 </a:t>
            </a:r>
            <a:r>
              <a:rPr lang="en-US" dirty="0" err="1"/>
              <a:t>pt</a:t>
            </a:r>
            <a:endParaRPr lang="en-US" dirty="0"/>
          </a:p>
        </p:txBody>
      </p:sp>
      <p:sp>
        <p:nvSpPr>
          <p:cNvPr id="20" name="Segnaposto testo 19"/>
          <p:cNvSpPr>
            <a:spLocks noGrp="1"/>
          </p:cNvSpPr>
          <p:nvPr>
            <p:ph type="body" sz="quarter" idx="50" hasCustomPrompt="1"/>
          </p:nvPr>
        </p:nvSpPr>
        <p:spPr>
          <a:xfrm>
            <a:off x="987632" y="4124221"/>
            <a:ext cx="10560000" cy="252000"/>
          </a:xfrm>
        </p:spPr>
        <p:txBody>
          <a:bodyPr>
            <a:noAutofit/>
          </a:bodyPr>
          <a:lstStyle>
            <a:lvl1pPr marL="0" marR="0" indent="0" algn="l" defTabSz="914400" rtl="0" eaLnBrk="1" fontAlgn="base" latinLnBrk="0" hangingPunct="1">
              <a:lnSpc>
                <a:spcPct val="100000"/>
              </a:lnSpc>
              <a:spcBef>
                <a:spcPts val="0"/>
              </a:spcBef>
              <a:spcAft>
                <a:spcPts val="0"/>
              </a:spcAft>
              <a:buClr>
                <a:srgbClr val="FF0000"/>
              </a:buClr>
              <a:buSzPct val="50000"/>
              <a:buFontTx/>
              <a:buNone/>
              <a:tabLst/>
              <a:defRPr sz="1000" b="0" i="0" baseline="0">
                <a:solidFill>
                  <a:srgbClr val="A0A0A0"/>
                </a:solidFill>
                <a:latin typeface="TIM Sans Light" panose="00000400000000000000" pitchFamily="2"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Dettaglio</a:t>
            </a:r>
            <a:r>
              <a:rPr lang="en-US" dirty="0"/>
              <a:t> TIM Sans Light 10 </a:t>
            </a:r>
            <a:r>
              <a:rPr lang="en-US" dirty="0" err="1"/>
              <a:t>pt</a:t>
            </a:r>
            <a:endParaRPr lang="en-US" dirty="0"/>
          </a:p>
        </p:txBody>
      </p:sp>
      <p:sp>
        <p:nvSpPr>
          <p:cNvPr id="21" name="Segnaposto testo 19"/>
          <p:cNvSpPr>
            <a:spLocks noGrp="1"/>
          </p:cNvSpPr>
          <p:nvPr>
            <p:ph type="body" sz="quarter" idx="51" hasCustomPrompt="1"/>
          </p:nvPr>
        </p:nvSpPr>
        <p:spPr>
          <a:xfrm>
            <a:off x="987632" y="5425962"/>
            <a:ext cx="10560000" cy="252000"/>
          </a:xfrm>
        </p:spPr>
        <p:txBody>
          <a:bodyPr>
            <a:noAutofit/>
          </a:bodyPr>
          <a:lstStyle>
            <a:lvl1pPr marL="0" indent="0">
              <a:lnSpc>
                <a:spcPct val="100000"/>
              </a:lnSpc>
              <a:spcBef>
                <a:spcPts val="0"/>
              </a:spcBef>
              <a:spcAft>
                <a:spcPts val="0"/>
              </a:spcAft>
              <a:defRPr sz="1000" b="0" i="0" baseline="0">
                <a:solidFill>
                  <a:srgbClr val="A0A0A0"/>
                </a:solidFill>
                <a:latin typeface="TIM Sans Light" panose="00000400000000000000" pitchFamily="2"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Dettaglio</a:t>
            </a:r>
            <a:r>
              <a:rPr lang="en-US" dirty="0"/>
              <a:t> TIM Sans Light 10 </a:t>
            </a:r>
            <a:r>
              <a:rPr lang="en-US" dirty="0" err="1"/>
              <a:t>pt</a:t>
            </a:r>
            <a:endParaRPr lang="en-US" dirty="0"/>
          </a:p>
        </p:txBody>
      </p:sp>
      <p:sp>
        <p:nvSpPr>
          <p:cNvPr id="22" name="Segnaposto testo 2"/>
          <p:cNvSpPr>
            <a:spLocks noGrp="1"/>
          </p:cNvSpPr>
          <p:nvPr>
            <p:ph type="body" sz="quarter" idx="10" hasCustomPrompt="1"/>
          </p:nvPr>
        </p:nvSpPr>
        <p:spPr>
          <a:xfrm>
            <a:off x="3790954" y="6344692"/>
            <a:ext cx="7461249" cy="133350"/>
          </a:xfrm>
        </p:spPr>
        <p:txBody>
          <a:bodyPr/>
          <a:lstStyle>
            <a:lvl1pPr algn="r">
              <a:defRPr sz="800" b="1">
                <a:solidFill>
                  <a:schemeClr val="accent2"/>
                </a:solidFill>
              </a:defRPr>
            </a:lvl1pPr>
          </a:lstStyle>
          <a:p>
            <a:pPr>
              <a:lnSpc>
                <a:spcPct val="100000"/>
              </a:lnSpc>
            </a:pPr>
            <a:r>
              <a:rPr lang="it-IT" dirty="0"/>
              <a:t>Titolo della relazione</a:t>
            </a:r>
          </a:p>
        </p:txBody>
      </p:sp>
      <p:sp>
        <p:nvSpPr>
          <p:cNvPr id="23" name="Segnaposto testo 4"/>
          <p:cNvSpPr>
            <a:spLocks noGrp="1"/>
          </p:cNvSpPr>
          <p:nvPr>
            <p:ph type="body" sz="quarter" idx="11" hasCustomPrompt="1"/>
          </p:nvPr>
        </p:nvSpPr>
        <p:spPr>
          <a:xfrm>
            <a:off x="3790954" y="6450538"/>
            <a:ext cx="7461249" cy="130175"/>
          </a:xfrm>
        </p:spPr>
        <p:txBody>
          <a:bodyPr/>
          <a:lstStyle>
            <a:lvl1pPr algn="r">
              <a:defRPr sz="800">
                <a:solidFill>
                  <a:schemeClr val="accent3"/>
                </a:solidFill>
              </a:defRPr>
            </a:lvl1pPr>
          </a:lstStyle>
          <a:p>
            <a:pPr lvl="0"/>
            <a:r>
              <a:rPr lang="it-IT" dirty="0"/>
              <a:t>Nome del Relatore, Nome Struttura</a:t>
            </a:r>
          </a:p>
        </p:txBody>
      </p:sp>
    </p:spTree>
    <p:extLst>
      <p:ext uri="{BB962C8B-B14F-4D97-AF65-F5344CB8AC3E}">
        <p14:creationId xmlns:p14="http://schemas.microsoft.com/office/powerpoint/2010/main" val="590689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Separatore 2">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412752" y="360363"/>
            <a:ext cx="11279717"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it-IT"/>
              <a:t>Fare clic per modificare lo stile del titolo</a:t>
            </a:r>
            <a:endParaRPr lang="it-IT" dirty="0"/>
          </a:p>
        </p:txBody>
      </p:sp>
      <p:sp>
        <p:nvSpPr>
          <p:cNvPr id="5" name="Segnaposto testo 19"/>
          <p:cNvSpPr>
            <a:spLocks noGrp="1"/>
          </p:cNvSpPr>
          <p:nvPr>
            <p:ph type="body" sz="quarter" idx="12" hasCustomPrompt="1"/>
          </p:nvPr>
        </p:nvSpPr>
        <p:spPr>
          <a:xfrm>
            <a:off x="891624" y="1000343"/>
            <a:ext cx="3284165" cy="210244"/>
          </a:xfrm>
        </p:spPr>
        <p:txBody>
          <a:bodyPr>
            <a:noAutofit/>
          </a:bodyPr>
          <a:lstStyle>
            <a:lvl1pPr marL="0" marR="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sz="1400" b="1"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marL="0" marR="0" lvl="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a:pPr>
            <a:r>
              <a:rPr lang="en-US" dirty="0" err="1"/>
              <a:t>Argomento</a:t>
            </a:r>
            <a:r>
              <a:rPr lang="en-US" dirty="0"/>
              <a:t> #1</a:t>
            </a:r>
            <a:endParaRPr lang="it-IT" dirty="0"/>
          </a:p>
        </p:txBody>
      </p:sp>
      <p:sp>
        <p:nvSpPr>
          <p:cNvPr id="6" name="Segnaposto testo 19"/>
          <p:cNvSpPr>
            <a:spLocks noGrp="1"/>
          </p:cNvSpPr>
          <p:nvPr>
            <p:ph type="body" sz="quarter" idx="20" hasCustomPrompt="1"/>
          </p:nvPr>
        </p:nvSpPr>
        <p:spPr>
          <a:xfrm>
            <a:off x="891624" y="1268760"/>
            <a:ext cx="3284165" cy="252000"/>
          </a:xfrm>
        </p:spPr>
        <p:txBody>
          <a:bodyPr>
            <a:noAutofit/>
          </a:bodyPr>
          <a:lstStyle>
            <a:lvl1pPr marL="0" indent="0">
              <a:lnSpc>
                <a:spcPct val="100000"/>
              </a:lnSpc>
              <a:spcBef>
                <a:spcPts val="0"/>
              </a:spcBef>
              <a:spcAft>
                <a:spcPts val="0"/>
              </a:spcAft>
              <a:defRPr sz="1200" b="0"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Sottotitolo</a:t>
            </a:r>
            <a:r>
              <a:rPr lang="en-US" dirty="0"/>
              <a:t> in TIM Sans 12 </a:t>
            </a:r>
            <a:r>
              <a:rPr lang="en-US" dirty="0" err="1"/>
              <a:t>pt</a:t>
            </a:r>
            <a:endParaRPr lang="en-US" dirty="0"/>
          </a:p>
        </p:txBody>
      </p:sp>
      <p:sp>
        <p:nvSpPr>
          <p:cNvPr id="7" name="Segnaposto testo 19"/>
          <p:cNvSpPr>
            <a:spLocks noGrp="1"/>
          </p:cNvSpPr>
          <p:nvPr>
            <p:ph type="body" sz="quarter" idx="26" hasCustomPrompt="1"/>
          </p:nvPr>
        </p:nvSpPr>
        <p:spPr>
          <a:xfrm>
            <a:off x="4655840" y="1000343"/>
            <a:ext cx="3284165" cy="210244"/>
          </a:xfrm>
        </p:spPr>
        <p:txBody>
          <a:bodyPr>
            <a:noAutofit/>
          </a:bodyPr>
          <a:lstStyle>
            <a:lvl1pPr marL="0" marR="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sz="1400" b="1"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marL="0" marR="0" lvl="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a:pPr>
            <a:r>
              <a:rPr lang="en-US" dirty="0" err="1"/>
              <a:t>Argomento</a:t>
            </a:r>
            <a:r>
              <a:rPr lang="en-US" dirty="0"/>
              <a:t> #2</a:t>
            </a:r>
            <a:endParaRPr lang="it-IT" dirty="0"/>
          </a:p>
        </p:txBody>
      </p:sp>
      <p:sp>
        <p:nvSpPr>
          <p:cNvPr id="10" name="Segnaposto testo 19"/>
          <p:cNvSpPr>
            <a:spLocks noGrp="1"/>
          </p:cNvSpPr>
          <p:nvPr>
            <p:ph type="body" sz="quarter" idx="27" hasCustomPrompt="1"/>
          </p:nvPr>
        </p:nvSpPr>
        <p:spPr>
          <a:xfrm>
            <a:off x="4655840" y="1268760"/>
            <a:ext cx="3284165" cy="252000"/>
          </a:xfrm>
        </p:spPr>
        <p:txBody>
          <a:bodyPr>
            <a:noAutofit/>
          </a:bodyPr>
          <a:lstStyle>
            <a:lvl1pPr marL="0" indent="0">
              <a:lnSpc>
                <a:spcPct val="100000"/>
              </a:lnSpc>
              <a:spcBef>
                <a:spcPts val="0"/>
              </a:spcBef>
              <a:spcAft>
                <a:spcPts val="0"/>
              </a:spcAft>
              <a:defRPr sz="1200" b="0"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Sottotitolo</a:t>
            </a:r>
            <a:r>
              <a:rPr lang="en-US" dirty="0"/>
              <a:t> in TIM Sans 12 </a:t>
            </a:r>
            <a:r>
              <a:rPr lang="en-US" dirty="0" err="1"/>
              <a:t>pt</a:t>
            </a:r>
            <a:endParaRPr lang="en-US" dirty="0"/>
          </a:p>
        </p:txBody>
      </p:sp>
      <p:sp>
        <p:nvSpPr>
          <p:cNvPr id="11" name="Segnaposto testo 19"/>
          <p:cNvSpPr>
            <a:spLocks noGrp="1"/>
          </p:cNvSpPr>
          <p:nvPr>
            <p:ph type="body" sz="quarter" idx="29" hasCustomPrompt="1"/>
          </p:nvPr>
        </p:nvSpPr>
        <p:spPr>
          <a:xfrm>
            <a:off x="8400256" y="1000343"/>
            <a:ext cx="3284165" cy="210244"/>
          </a:xfrm>
        </p:spPr>
        <p:txBody>
          <a:bodyPr>
            <a:noAutofit/>
          </a:bodyPr>
          <a:lstStyle>
            <a:lvl1pPr marL="0" marR="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sz="1400" b="1"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marL="0" marR="0" lvl="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a:pPr>
            <a:r>
              <a:rPr lang="en-US" dirty="0" err="1"/>
              <a:t>Argomento</a:t>
            </a:r>
            <a:r>
              <a:rPr lang="en-US" dirty="0"/>
              <a:t> #3</a:t>
            </a:r>
            <a:endParaRPr lang="it-IT" dirty="0"/>
          </a:p>
        </p:txBody>
      </p:sp>
      <p:sp>
        <p:nvSpPr>
          <p:cNvPr id="12" name="Segnaposto testo 19"/>
          <p:cNvSpPr>
            <a:spLocks noGrp="1"/>
          </p:cNvSpPr>
          <p:nvPr>
            <p:ph type="body" sz="quarter" idx="30" hasCustomPrompt="1"/>
          </p:nvPr>
        </p:nvSpPr>
        <p:spPr>
          <a:xfrm>
            <a:off x="8400256" y="1268760"/>
            <a:ext cx="3284165" cy="252000"/>
          </a:xfrm>
        </p:spPr>
        <p:txBody>
          <a:bodyPr>
            <a:noAutofit/>
          </a:bodyPr>
          <a:lstStyle>
            <a:lvl1pPr marL="0" indent="0">
              <a:lnSpc>
                <a:spcPct val="100000"/>
              </a:lnSpc>
              <a:spcBef>
                <a:spcPts val="0"/>
              </a:spcBef>
              <a:spcAft>
                <a:spcPts val="0"/>
              </a:spcAft>
              <a:defRPr sz="1200" b="0"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Sottotitolo</a:t>
            </a:r>
            <a:r>
              <a:rPr lang="en-US" dirty="0"/>
              <a:t> in TIM Sans 12 </a:t>
            </a:r>
            <a:r>
              <a:rPr lang="en-US" dirty="0" err="1"/>
              <a:t>pt</a:t>
            </a:r>
            <a:endParaRPr lang="en-US" dirty="0"/>
          </a:p>
        </p:txBody>
      </p:sp>
      <p:sp>
        <p:nvSpPr>
          <p:cNvPr id="13" name="Segnaposto testo 19"/>
          <p:cNvSpPr>
            <a:spLocks noGrp="1"/>
          </p:cNvSpPr>
          <p:nvPr>
            <p:ph type="body" sz="quarter" idx="32" hasCustomPrompt="1"/>
          </p:nvPr>
        </p:nvSpPr>
        <p:spPr>
          <a:xfrm>
            <a:off x="891624" y="2404527"/>
            <a:ext cx="3284165" cy="210244"/>
          </a:xfrm>
        </p:spPr>
        <p:txBody>
          <a:bodyPr>
            <a:noAutofit/>
          </a:bodyPr>
          <a:lstStyle>
            <a:lvl1pPr marL="0" marR="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sz="1400" b="1"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marL="0" marR="0" lvl="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a:pPr>
            <a:r>
              <a:rPr lang="en-US" dirty="0" err="1"/>
              <a:t>Argomento</a:t>
            </a:r>
            <a:r>
              <a:rPr lang="en-US" dirty="0"/>
              <a:t> #1</a:t>
            </a:r>
            <a:endParaRPr lang="it-IT" dirty="0"/>
          </a:p>
        </p:txBody>
      </p:sp>
      <p:sp>
        <p:nvSpPr>
          <p:cNvPr id="14" name="Segnaposto testo 19"/>
          <p:cNvSpPr>
            <a:spLocks noGrp="1"/>
          </p:cNvSpPr>
          <p:nvPr>
            <p:ph type="body" sz="quarter" idx="33" hasCustomPrompt="1"/>
          </p:nvPr>
        </p:nvSpPr>
        <p:spPr>
          <a:xfrm>
            <a:off x="891624" y="2672944"/>
            <a:ext cx="3284165" cy="252000"/>
          </a:xfrm>
        </p:spPr>
        <p:txBody>
          <a:bodyPr>
            <a:noAutofit/>
          </a:bodyPr>
          <a:lstStyle>
            <a:lvl1pPr marL="0" indent="0">
              <a:lnSpc>
                <a:spcPct val="100000"/>
              </a:lnSpc>
              <a:spcBef>
                <a:spcPts val="0"/>
              </a:spcBef>
              <a:spcAft>
                <a:spcPts val="0"/>
              </a:spcAft>
              <a:defRPr sz="1200" b="0"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Sottotitolo</a:t>
            </a:r>
            <a:r>
              <a:rPr lang="en-US" dirty="0"/>
              <a:t> in TIM Sans 12 </a:t>
            </a:r>
            <a:r>
              <a:rPr lang="en-US" dirty="0" err="1"/>
              <a:t>pt</a:t>
            </a:r>
            <a:endParaRPr lang="en-US" dirty="0"/>
          </a:p>
        </p:txBody>
      </p:sp>
      <p:sp>
        <p:nvSpPr>
          <p:cNvPr id="15" name="Segnaposto testo 19"/>
          <p:cNvSpPr>
            <a:spLocks noGrp="1"/>
          </p:cNvSpPr>
          <p:nvPr>
            <p:ph type="body" sz="quarter" idx="35" hasCustomPrompt="1"/>
          </p:nvPr>
        </p:nvSpPr>
        <p:spPr>
          <a:xfrm>
            <a:off x="4655840" y="2404527"/>
            <a:ext cx="3284165" cy="210244"/>
          </a:xfrm>
        </p:spPr>
        <p:txBody>
          <a:bodyPr>
            <a:noAutofit/>
          </a:bodyPr>
          <a:lstStyle>
            <a:lvl1pPr marL="0" marR="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sz="1400" b="1"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marL="0" marR="0" lvl="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a:pPr>
            <a:r>
              <a:rPr lang="en-US" dirty="0" err="1"/>
              <a:t>Argomento</a:t>
            </a:r>
            <a:r>
              <a:rPr lang="en-US" dirty="0"/>
              <a:t> #2</a:t>
            </a:r>
            <a:endParaRPr lang="it-IT" dirty="0"/>
          </a:p>
        </p:txBody>
      </p:sp>
      <p:sp>
        <p:nvSpPr>
          <p:cNvPr id="16" name="Segnaposto testo 19"/>
          <p:cNvSpPr>
            <a:spLocks noGrp="1"/>
          </p:cNvSpPr>
          <p:nvPr>
            <p:ph type="body" sz="quarter" idx="36" hasCustomPrompt="1"/>
          </p:nvPr>
        </p:nvSpPr>
        <p:spPr>
          <a:xfrm>
            <a:off x="4655840" y="2672944"/>
            <a:ext cx="3284165" cy="252000"/>
          </a:xfrm>
        </p:spPr>
        <p:txBody>
          <a:bodyPr>
            <a:noAutofit/>
          </a:bodyPr>
          <a:lstStyle>
            <a:lvl1pPr marL="0" indent="0">
              <a:lnSpc>
                <a:spcPct val="100000"/>
              </a:lnSpc>
              <a:spcBef>
                <a:spcPts val="0"/>
              </a:spcBef>
              <a:spcAft>
                <a:spcPts val="0"/>
              </a:spcAft>
              <a:defRPr sz="1200" b="0"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Sottotitolo</a:t>
            </a:r>
            <a:r>
              <a:rPr lang="en-US" dirty="0"/>
              <a:t> in TIM Sans 12 </a:t>
            </a:r>
            <a:r>
              <a:rPr lang="en-US" dirty="0" err="1"/>
              <a:t>pt</a:t>
            </a:r>
            <a:endParaRPr lang="en-US" dirty="0"/>
          </a:p>
        </p:txBody>
      </p:sp>
      <p:sp>
        <p:nvSpPr>
          <p:cNvPr id="17" name="Segnaposto testo 19"/>
          <p:cNvSpPr>
            <a:spLocks noGrp="1"/>
          </p:cNvSpPr>
          <p:nvPr>
            <p:ph type="body" sz="quarter" idx="38" hasCustomPrompt="1"/>
          </p:nvPr>
        </p:nvSpPr>
        <p:spPr>
          <a:xfrm>
            <a:off x="8400256" y="2404527"/>
            <a:ext cx="3284165" cy="210244"/>
          </a:xfrm>
        </p:spPr>
        <p:txBody>
          <a:bodyPr>
            <a:noAutofit/>
          </a:bodyPr>
          <a:lstStyle>
            <a:lvl1pPr marL="0" marR="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sz="1400" b="1"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marL="0" marR="0" lvl="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a:pPr>
            <a:r>
              <a:rPr lang="en-US" dirty="0" err="1"/>
              <a:t>Argomento</a:t>
            </a:r>
            <a:r>
              <a:rPr lang="en-US" dirty="0"/>
              <a:t> #3</a:t>
            </a:r>
            <a:endParaRPr lang="it-IT" dirty="0"/>
          </a:p>
        </p:txBody>
      </p:sp>
      <p:sp>
        <p:nvSpPr>
          <p:cNvPr id="18" name="Segnaposto testo 19"/>
          <p:cNvSpPr>
            <a:spLocks noGrp="1"/>
          </p:cNvSpPr>
          <p:nvPr>
            <p:ph type="body" sz="quarter" idx="39" hasCustomPrompt="1"/>
          </p:nvPr>
        </p:nvSpPr>
        <p:spPr>
          <a:xfrm>
            <a:off x="8400256" y="2672944"/>
            <a:ext cx="3284165" cy="252000"/>
          </a:xfrm>
        </p:spPr>
        <p:txBody>
          <a:bodyPr>
            <a:noAutofit/>
          </a:bodyPr>
          <a:lstStyle>
            <a:lvl1pPr marL="0" indent="0">
              <a:lnSpc>
                <a:spcPct val="100000"/>
              </a:lnSpc>
              <a:spcBef>
                <a:spcPts val="0"/>
              </a:spcBef>
              <a:spcAft>
                <a:spcPts val="0"/>
              </a:spcAft>
              <a:defRPr sz="1200" b="0"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Sottotitolo</a:t>
            </a:r>
            <a:r>
              <a:rPr lang="en-US" dirty="0"/>
              <a:t> in TIM Sans 12 </a:t>
            </a:r>
            <a:r>
              <a:rPr lang="en-US" dirty="0" err="1"/>
              <a:t>pt</a:t>
            </a:r>
            <a:endParaRPr lang="en-US" dirty="0"/>
          </a:p>
        </p:txBody>
      </p:sp>
      <p:sp>
        <p:nvSpPr>
          <p:cNvPr id="19" name="Segnaposto testo 19"/>
          <p:cNvSpPr>
            <a:spLocks noGrp="1"/>
          </p:cNvSpPr>
          <p:nvPr>
            <p:ph type="body" sz="quarter" idx="41" hasCustomPrompt="1"/>
          </p:nvPr>
        </p:nvSpPr>
        <p:spPr>
          <a:xfrm>
            <a:off x="891624" y="3844687"/>
            <a:ext cx="3284165" cy="210244"/>
          </a:xfrm>
        </p:spPr>
        <p:txBody>
          <a:bodyPr>
            <a:noAutofit/>
          </a:bodyPr>
          <a:lstStyle>
            <a:lvl1pPr marL="0" marR="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sz="1400" b="1"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marL="0" marR="0" lvl="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a:pPr>
            <a:r>
              <a:rPr lang="en-US" dirty="0" err="1"/>
              <a:t>Argomento</a:t>
            </a:r>
            <a:r>
              <a:rPr lang="en-US" dirty="0"/>
              <a:t> #1</a:t>
            </a:r>
            <a:endParaRPr lang="it-IT" dirty="0"/>
          </a:p>
        </p:txBody>
      </p:sp>
      <p:sp>
        <p:nvSpPr>
          <p:cNvPr id="20" name="Segnaposto testo 19"/>
          <p:cNvSpPr>
            <a:spLocks noGrp="1"/>
          </p:cNvSpPr>
          <p:nvPr>
            <p:ph type="body" sz="quarter" idx="42" hasCustomPrompt="1"/>
          </p:nvPr>
        </p:nvSpPr>
        <p:spPr>
          <a:xfrm>
            <a:off x="891624" y="4113104"/>
            <a:ext cx="3284165" cy="252000"/>
          </a:xfrm>
        </p:spPr>
        <p:txBody>
          <a:bodyPr>
            <a:noAutofit/>
          </a:bodyPr>
          <a:lstStyle>
            <a:lvl1pPr marL="0" indent="0">
              <a:lnSpc>
                <a:spcPct val="100000"/>
              </a:lnSpc>
              <a:spcBef>
                <a:spcPts val="0"/>
              </a:spcBef>
              <a:spcAft>
                <a:spcPts val="0"/>
              </a:spcAft>
              <a:defRPr sz="1200" b="0"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Sottotitolo</a:t>
            </a:r>
            <a:r>
              <a:rPr lang="en-US" dirty="0"/>
              <a:t> in TIM Sans 12 </a:t>
            </a:r>
            <a:r>
              <a:rPr lang="en-US" dirty="0" err="1"/>
              <a:t>pt</a:t>
            </a:r>
            <a:endParaRPr lang="en-US" dirty="0"/>
          </a:p>
        </p:txBody>
      </p:sp>
      <p:sp>
        <p:nvSpPr>
          <p:cNvPr id="21" name="Segnaposto testo 19"/>
          <p:cNvSpPr>
            <a:spLocks noGrp="1"/>
          </p:cNvSpPr>
          <p:nvPr>
            <p:ph type="body" sz="quarter" idx="44" hasCustomPrompt="1"/>
          </p:nvPr>
        </p:nvSpPr>
        <p:spPr>
          <a:xfrm>
            <a:off x="4655840" y="3844687"/>
            <a:ext cx="3284165" cy="210244"/>
          </a:xfrm>
        </p:spPr>
        <p:txBody>
          <a:bodyPr>
            <a:noAutofit/>
          </a:bodyPr>
          <a:lstStyle>
            <a:lvl1pPr marL="0" marR="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sz="1400" b="1"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marL="0" marR="0" lvl="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a:pPr>
            <a:r>
              <a:rPr lang="en-US" dirty="0" err="1"/>
              <a:t>Argomento</a:t>
            </a:r>
            <a:r>
              <a:rPr lang="en-US" dirty="0"/>
              <a:t> #2</a:t>
            </a:r>
            <a:endParaRPr lang="it-IT" dirty="0"/>
          </a:p>
        </p:txBody>
      </p:sp>
      <p:sp>
        <p:nvSpPr>
          <p:cNvPr id="22" name="Segnaposto testo 19"/>
          <p:cNvSpPr>
            <a:spLocks noGrp="1"/>
          </p:cNvSpPr>
          <p:nvPr>
            <p:ph type="body" sz="quarter" idx="45" hasCustomPrompt="1"/>
          </p:nvPr>
        </p:nvSpPr>
        <p:spPr>
          <a:xfrm>
            <a:off x="4655840" y="4113104"/>
            <a:ext cx="3284165" cy="252000"/>
          </a:xfrm>
        </p:spPr>
        <p:txBody>
          <a:bodyPr>
            <a:noAutofit/>
          </a:bodyPr>
          <a:lstStyle>
            <a:lvl1pPr marL="0" indent="0">
              <a:lnSpc>
                <a:spcPct val="100000"/>
              </a:lnSpc>
              <a:spcBef>
                <a:spcPts val="0"/>
              </a:spcBef>
              <a:spcAft>
                <a:spcPts val="0"/>
              </a:spcAft>
              <a:defRPr sz="1200" b="0"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Sottotitolo</a:t>
            </a:r>
            <a:r>
              <a:rPr lang="en-US" dirty="0"/>
              <a:t> in TIM Sans 12 </a:t>
            </a:r>
            <a:r>
              <a:rPr lang="en-US" dirty="0" err="1"/>
              <a:t>pt</a:t>
            </a:r>
            <a:endParaRPr lang="en-US" dirty="0"/>
          </a:p>
        </p:txBody>
      </p:sp>
      <p:sp>
        <p:nvSpPr>
          <p:cNvPr id="23" name="Segnaposto testo 19"/>
          <p:cNvSpPr>
            <a:spLocks noGrp="1"/>
          </p:cNvSpPr>
          <p:nvPr>
            <p:ph type="body" sz="quarter" idx="47" hasCustomPrompt="1"/>
          </p:nvPr>
        </p:nvSpPr>
        <p:spPr>
          <a:xfrm>
            <a:off x="8400256" y="3844687"/>
            <a:ext cx="3284165" cy="210244"/>
          </a:xfrm>
        </p:spPr>
        <p:txBody>
          <a:bodyPr>
            <a:noAutofit/>
          </a:bodyPr>
          <a:lstStyle>
            <a:lvl1pPr marL="0" marR="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sz="1400" b="1"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marL="0" marR="0" lvl="0" indent="0" algn="l" defTabSz="914400" rtl="0" eaLnBrk="1" fontAlgn="base" latinLnBrk="0" hangingPunct="1">
              <a:lnSpc>
                <a:spcPct val="100000"/>
              </a:lnSpc>
              <a:spcBef>
                <a:spcPts val="0"/>
              </a:spcBef>
              <a:spcAft>
                <a:spcPts val="0"/>
              </a:spcAft>
              <a:buClr>
                <a:srgbClr val="FF0000"/>
              </a:buClr>
              <a:buSzPct val="50000"/>
              <a:buFont typeface="Franklin Gothic Demi" pitchFamily="34" charset="0"/>
              <a:buNone/>
              <a:tabLst/>
              <a:defRPr/>
            </a:pPr>
            <a:r>
              <a:rPr lang="en-US" dirty="0" err="1"/>
              <a:t>Argomento</a:t>
            </a:r>
            <a:r>
              <a:rPr lang="en-US" dirty="0"/>
              <a:t> #3</a:t>
            </a:r>
            <a:endParaRPr lang="it-IT" dirty="0"/>
          </a:p>
        </p:txBody>
      </p:sp>
      <p:sp>
        <p:nvSpPr>
          <p:cNvPr id="24" name="Segnaposto testo 19"/>
          <p:cNvSpPr>
            <a:spLocks noGrp="1"/>
          </p:cNvSpPr>
          <p:nvPr>
            <p:ph type="body" sz="quarter" idx="48" hasCustomPrompt="1"/>
          </p:nvPr>
        </p:nvSpPr>
        <p:spPr>
          <a:xfrm>
            <a:off x="8400256" y="4113104"/>
            <a:ext cx="3284165" cy="252000"/>
          </a:xfrm>
        </p:spPr>
        <p:txBody>
          <a:bodyPr>
            <a:noAutofit/>
          </a:bodyPr>
          <a:lstStyle>
            <a:lvl1pPr marL="0" indent="0">
              <a:lnSpc>
                <a:spcPct val="100000"/>
              </a:lnSpc>
              <a:spcBef>
                <a:spcPts val="0"/>
              </a:spcBef>
              <a:spcAft>
                <a:spcPts val="0"/>
              </a:spcAft>
              <a:defRPr sz="1200" b="0" i="0" baseline="0">
                <a:solidFill>
                  <a:srgbClr val="A0A0A0"/>
                </a:solidFill>
                <a:latin typeface="TIM Sans" panose="00000500000000000000" pitchFamily="50"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Sottotitolo</a:t>
            </a:r>
            <a:r>
              <a:rPr lang="en-US" dirty="0"/>
              <a:t> in TIM Sans 12 </a:t>
            </a:r>
            <a:r>
              <a:rPr lang="en-US" dirty="0" err="1"/>
              <a:t>pt</a:t>
            </a:r>
            <a:endParaRPr lang="en-US" dirty="0"/>
          </a:p>
        </p:txBody>
      </p:sp>
      <p:sp>
        <p:nvSpPr>
          <p:cNvPr id="25" name="Segnaposto testo 19"/>
          <p:cNvSpPr>
            <a:spLocks noGrp="1"/>
          </p:cNvSpPr>
          <p:nvPr>
            <p:ph type="body" sz="quarter" idx="50" hasCustomPrompt="1"/>
          </p:nvPr>
        </p:nvSpPr>
        <p:spPr>
          <a:xfrm>
            <a:off x="891624" y="1556522"/>
            <a:ext cx="3284165" cy="561576"/>
          </a:xfrm>
        </p:spPr>
        <p:txBody>
          <a:bodyPr>
            <a:noAutofit/>
          </a:bodyPr>
          <a:lstStyle>
            <a:lvl1pPr marL="0" indent="0">
              <a:lnSpc>
                <a:spcPct val="100000"/>
              </a:lnSpc>
              <a:spcBef>
                <a:spcPts val="0"/>
              </a:spcBef>
              <a:spcAft>
                <a:spcPts val="0"/>
              </a:spcAft>
              <a:defRPr sz="1000" b="0" i="0" baseline="0">
                <a:solidFill>
                  <a:srgbClr val="A0A0A0"/>
                </a:solidFill>
                <a:latin typeface="TIM Sans Light" panose="00000400000000000000" pitchFamily="2"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Dettaglio</a:t>
            </a:r>
            <a:r>
              <a:rPr lang="en-US" dirty="0"/>
              <a:t> TIM Sans Light 10 </a:t>
            </a:r>
            <a:r>
              <a:rPr lang="en-US" dirty="0" err="1"/>
              <a:t>pt</a:t>
            </a:r>
            <a:endParaRPr lang="en-US" dirty="0"/>
          </a:p>
        </p:txBody>
      </p:sp>
      <p:sp>
        <p:nvSpPr>
          <p:cNvPr id="26" name="Segnaposto testo 19"/>
          <p:cNvSpPr>
            <a:spLocks noGrp="1"/>
          </p:cNvSpPr>
          <p:nvPr>
            <p:ph type="body" sz="quarter" idx="51" hasCustomPrompt="1"/>
          </p:nvPr>
        </p:nvSpPr>
        <p:spPr>
          <a:xfrm>
            <a:off x="4655840" y="1556522"/>
            <a:ext cx="3284165" cy="561576"/>
          </a:xfrm>
        </p:spPr>
        <p:txBody>
          <a:bodyPr>
            <a:noAutofit/>
          </a:bodyPr>
          <a:lstStyle>
            <a:lvl1pPr marL="0" indent="0">
              <a:lnSpc>
                <a:spcPct val="100000"/>
              </a:lnSpc>
              <a:spcBef>
                <a:spcPts val="0"/>
              </a:spcBef>
              <a:spcAft>
                <a:spcPts val="0"/>
              </a:spcAft>
              <a:defRPr sz="1000" b="0" i="0" baseline="0">
                <a:solidFill>
                  <a:srgbClr val="A0A0A0"/>
                </a:solidFill>
                <a:latin typeface="TIM Sans Light" panose="00000400000000000000" pitchFamily="2"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Dettaglio</a:t>
            </a:r>
            <a:r>
              <a:rPr lang="en-US" dirty="0"/>
              <a:t> TIM Sans Light 10 </a:t>
            </a:r>
            <a:r>
              <a:rPr lang="en-US" dirty="0" err="1"/>
              <a:t>pt</a:t>
            </a:r>
            <a:endParaRPr lang="en-US" dirty="0"/>
          </a:p>
        </p:txBody>
      </p:sp>
      <p:sp>
        <p:nvSpPr>
          <p:cNvPr id="27" name="Segnaposto testo 19"/>
          <p:cNvSpPr>
            <a:spLocks noGrp="1"/>
          </p:cNvSpPr>
          <p:nvPr>
            <p:ph type="body" sz="quarter" idx="52" hasCustomPrompt="1"/>
          </p:nvPr>
        </p:nvSpPr>
        <p:spPr>
          <a:xfrm>
            <a:off x="8400256" y="1556522"/>
            <a:ext cx="3284165" cy="561576"/>
          </a:xfrm>
        </p:spPr>
        <p:txBody>
          <a:bodyPr>
            <a:noAutofit/>
          </a:bodyPr>
          <a:lstStyle>
            <a:lvl1pPr marL="0" indent="0">
              <a:lnSpc>
                <a:spcPct val="100000"/>
              </a:lnSpc>
              <a:spcBef>
                <a:spcPts val="0"/>
              </a:spcBef>
              <a:spcAft>
                <a:spcPts val="0"/>
              </a:spcAft>
              <a:defRPr sz="1000" b="0" i="0" baseline="0">
                <a:solidFill>
                  <a:srgbClr val="A0A0A0"/>
                </a:solidFill>
                <a:latin typeface="TIM Sans Light" panose="00000400000000000000" pitchFamily="2"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Dettaglio</a:t>
            </a:r>
            <a:r>
              <a:rPr lang="en-US" dirty="0"/>
              <a:t> TIM Sans Light 10 </a:t>
            </a:r>
            <a:r>
              <a:rPr lang="en-US" dirty="0" err="1"/>
              <a:t>pt</a:t>
            </a:r>
            <a:endParaRPr lang="en-US" dirty="0"/>
          </a:p>
        </p:txBody>
      </p:sp>
      <p:sp>
        <p:nvSpPr>
          <p:cNvPr id="28" name="Segnaposto testo 19"/>
          <p:cNvSpPr>
            <a:spLocks noGrp="1"/>
          </p:cNvSpPr>
          <p:nvPr>
            <p:ph type="body" sz="quarter" idx="53" hasCustomPrompt="1"/>
          </p:nvPr>
        </p:nvSpPr>
        <p:spPr>
          <a:xfrm>
            <a:off x="891624" y="2959713"/>
            <a:ext cx="3284165" cy="561576"/>
          </a:xfrm>
        </p:spPr>
        <p:txBody>
          <a:bodyPr>
            <a:noAutofit/>
          </a:bodyPr>
          <a:lstStyle>
            <a:lvl1pPr marL="0" indent="0">
              <a:lnSpc>
                <a:spcPct val="100000"/>
              </a:lnSpc>
              <a:spcBef>
                <a:spcPts val="0"/>
              </a:spcBef>
              <a:spcAft>
                <a:spcPts val="0"/>
              </a:spcAft>
              <a:defRPr sz="1000" b="0" i="0" baseline="0">
                <a:solidFill>
                  <a:srgbClr val="A0A0A0"/>
                </a:solidFill>
                <a:latin typeface="TIM Sans Light" panose="00000400000000000000" pitchFamily="2"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Dettaglio</a:t>
            </a:r>
            <a:r>
              <a:rPr lang="en-US" dirty="0"/>
              <a:t> TIM Sans Light 10 </a:t>
            </a:r>
            <a:r>
              <a:rPr lang="en-US" dirty="0" err="1"/>
              <a:t>pt</a:t>
            </a:r>
            <a:endParaRPr lang="en-US" dirty="0"/>
          </a:p>
        </p:txBody>
      </p:sp>
      <p:sp>
        <p:nvSpPr>
          <p:cNvPr id="29" name="Segnaposto testo 19"/>
          <p:cNvSpPr>
            <a:spLocks noGrp="1"/>
          </p:cNvSpPr>
          <p:nvPr>
            <p:ph type="body" sz="quarter" idx="54" hasCustomPrompt="1"/>
          </p:nvPr>
        </p:nvSpPr>
        <p:spPr>
          <a:xfrm>
            <a:off x="4655840" y="2959713"/>
            <a:ext cx="3284165" cy="561576"/>
          </a:xfrm>
        </p:spPr>
        <p:txBody>
          <a:bodyPr>
            <a:noAutofit/>
          </a:bodyPr>
          <a:lstStyle>
            <a:lvl1pPr marL="0" indent="0">
              <a:lnSpc>
                <a:spcPct val="100000"/>
              </a:lnSpc>
              <a:spcBef>
                <a:spcPts val="0"/>
              </a:spcBef>
              <a:spcAft>
                <a:spcPts val="0"/>
              </a:spcAft>
              <a:defRPr sz="1000" b="0" i="0" baseline="0">
                <a:solidFill>
                  <a:srgbClr val="A0A0A0"/>
                </a:solidFill>
                <a:latin typeface="TIM Sans Light" panose="00000400000000000000" pitchFamily="2"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Dettaglio</a:t>
            </a:r>
            <a:r>
              <a:rPr lang="en-US" dirty="0"/>
              <a:t> TIM Sans Light 10 </a:t>
            </a:r>
            <a:r>
              <a:rPr lang="en-US" dirty="0" err="1"/>
              <a:t>pt</a:t>
            </a:r>
            <a:endParaRPr lang="en-US" dirty="0"/>
          </a:p>
        </p:txBody>
      </p:sp>
      <p:sp>
        <p:nvSpPr>
          <p:cNvPr id="30" name="Segnaposto testo 19"/>
          <p:cNvSpPr>
            <a:spLocks noGrp="1"/>
          </p:cNvSpPr>
          <p:nvPr>
            <p:ph type="body" sz="quarter" idx="55" hasCustomPrompt="1"/>
          </p:nvPr>
        </p:nvSpPr>
        <p:spPr>
          <a:xfrm>
            <a:off x="8400256" y="2959713"/>
            <a:ext cx="3284165" cy="561576"/>
          </a:xfrm>
        </p:spPr>
        <p:txBody>
          <a:bodyPr>
            <a:noAutofit/>
          </a:bodyPr>
          <a:lstStyle>
            <a:lvl1pPr marL="0" indent="0">
              <a:lnSpc>
                <a:spcPct val="100000"/>
              </a:lnSpc>
              <a:spcBef>
                <a:spcPts val="0"/>
              </a:spcBef>
              <a:spcAft>
                <a:spcPts val="0"/>
              </a:spcAft>
              <a:defRPr sz="1000" b="0" i="0" baseline="0">
                <a:solidFill>
                  <a:srgbClr val="A0A0A0"/>
                </a:solidFill>
                <a:latin typeface="TIM Sans Light" panose="00000400000000000000" pitchFamily="2"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Dettaglio</a:t>
            </a:r>
            <a:r>
              <a:rPr lang="en-US" dirty="0"/>
              <a:t> TIM Sans Light 10 </a:t>
            </a:r>
            <a:r>
              <a:rPr lang="en-US" dirty="0" err="1"/>
              <a:t>pt</a:t>
            </a:r>
            <a:endParaRPr lang="en-US" dirty="0"/>
          </a:p>
        </p:txBody>
      </p:sp>
      <p:sp>
        <p:nvSpPr>
          <p:cNvPr id="31" name="Segnaposto testo 19"/>
          <p:cNvSpPr>
            <a:spLocks noGrp="1"/>
          </p:cNvSpPr>
          <p:nvPr>
            <p:ph type="body" sz="quarter" idx="56" hasCustomPrompt="1"/>
          </p:nvPr>
        </p:nvSpPr>
        <p:spPr>
          <a:xfrm>
            <a:off x="891624" y="4408637"/>
            <a:ext cx="3284165" cy="561576"/>
          </a:xfrm>
        </p:spPr>
        <p:txBody>
          <a:bodyPr>
            <a:noAutofit/>
          </a:bodyPr>
          <a:lstStyle>
            <a:lvl1pPr marL="0" indent="0">
              <a:lnSpc>
                <a:spcPct val="100000"/>
              </a:lnSpc>
              <a:spcBef>
                <a:spcPts val="0"/>
              </a:spcBef>
              <a:spcAft>
                <a:spcPts val="0"/>
              </a:spcAft>
              <a:defRPr sz="1000" b="0" i="0" baseline="0">
                <a:solidFill>
                  <a:srgbClr val="A0A0A0"/>
                </a:solidFill>
                <a:latin typeface="TIM Sans Light" panose="00000400000000000000" pitchFamily="2"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Dettaglio</a:t>
            </a:r>
            <a:r>
              <a:rPr lang="en-US" dirty="0"/>
              <a:t> TIM Sans Light 10 </a:t>
            </a:r>
            <a:r>
              <a:rPr lang="en-US" dirty="0" err="1"/>
              <a:t>pt</a:t>
            </a:r>
            <a:endParaRPr lang="en-US" dirty="0"/>
          </a:p>
        </p:txBody>
      </p:sp>
      <p:sp>
        <p:nvSpPr>
          <p:cNvPr id="32" name="Segnaposto testo 19"/>
          <p:cNvSpPr>
            <a:spLocks noGrp="1"/>
          </p:cNvSpPr>
          <p:nvPr>
            <p:ph type="body" sz="quarter" idx="57" hasCustomPrompt="1"/>
          </p:nvPr>
        </p:nvSpPr>
        <p:spPr>
          <a:xfrm>
            <a:off x="4655840" y="4408637"/>
            <a:ext cx="3284165" cy="561576"/>
          </a:xfrm>
        </p:spPr>
        <p:txBody>
          <a:bodyPr>
            <a:noAutofit/>
          </a:bodyPr>
          <a:lstStyle>
            <a:lvl1pPr marL="0" indent="0">
              <a:lnSpc>
                <a:spcPct val="100000"/>
              </a:lnSpc>
              <a:spcBef>
                <a:spcPts val="0"/>
              </a:spcBef>
              <a:spcAft>
                <a:spcPts val="0"/>
              </a:spcAft>
              <a:defRPr sz="1000" b="0" i="0" baseline="0">
                <a:solidFill>
                  <a:srgbClr val="A0A0A0"/>
                </a:solidFill>
                <a:latin typeface="TIM Sans Light" panose="00000400000000000000" pitchFamily="2"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Dettaglio</a:t>
            </a:r>
            <a:r>
              <a:rPr lang="en-US" dirty="0"/>
              <a:t> TIM Sans Light 10 </a:t>
            </a:r>
            <a:r>
              <a:rPr lang="en-US" dirty="0" err="1"/>
              <a:t>pt</a:t>
            </a:r>
            <a:endParaRPr lang="en-US" dirty="0"/>
          </a:p>
        </p:txBody>
      </p:sp>
      <p:sp>
        <p:nvSpPr>
          <p:cNvPr id="33" name="Segnaposto testo 19"/>
          <p:cNvSpPr>
            <a:spLocks noGrp="1"/>
          </p:cNvSpPr>
          <p:nvPr>
            <p:ph type="body" sz="quarter" idx="58" hasCustomPrompt="1"/>
          </p:nvPr>
        </p:nvSpPr>
        <p:spPr>
          <a:xfrm>
            <a:off x="8400256" y="4408637"/>
            <a:ext cx="3284165" cy="561576"/>
          </a:xfrm>
        </p:spPr>
        <p:txBody>
          <a:bodyPr>
            <a:noAutofit/>
          </a:bodyPr>
          <a:lstStyle>
            <a:lvl1pPr marL="0" indent="0">
              <a:lnSpc>
                <a:spcPct val="100000"/>
              </a:lnSpc>
              <a:spcBef>
                <a:spcPts val="0"/>
              </a:spcBef>
              <a:spcAft>
                <a:spcPts val="0"/>
              </a:spcAft>
              <a:defRPr sz="1000" b="0" i="0" baseline="0">
                <a:solidFill>
                  <a:srgbClr val="A0A0A0"/>
                </a:solidFill>
                <a:latin typeface="TIM Sans Light" panose="00000400000000000000" pitchFamily="2" charset="0"/>
                <a:cs typeface="Arial"/>
              </a:defRPr>
            </a:lvl1pPr>
            <a:lvl2pPr marL="0">
              <a:spcBef>
                <a:spcPts val="0"/>
              </a:spcBef>
              <a:spcAft>
                <a:spcPts val="0"/>
              </a:spcAft>
              <a:defRPr sz="1600" baseline="0">
                <a:solidFill>
                  <a:schemeClr val="accent6"/>
                </a:solidFill>
                <a:latin typeface="Franklin Gothic Medium"/>
              </a:defRPr>
            </a:lvl2pPr>
            <a:lvl3pPr marL="0">
              <a:spcBef>
                <a:spcPts val="0"/>
              </a:spcBef>
              <a:spcAft>
                <a:spcPts val="0"/>
              </a:spcAft>
              <a:defRPr sz="1600" baseline="0">
                <a:solidFill>
                  <a:schemeClr val="accent6"/>
                </a:solidFill>
                <a:latin typeface="Franklin Gothic Medium"/>
              </a:defRPr>
            </a:lvl3pPr>
            <a:lvl4pPr marL="0">
              <a:spcBef>
                <a:spcPts val="0"/>
              </a:spcBef>
              <a:spcAft>
                <a:spcPts val="0"/>
              </a:spcAft>
              <a:defRPr sz="1600" baseline="0">
                <a:solidFill>
                  <a:schemeClr val="accent6"/>
                </a:solidFill>
                <a:latin typeface="Franklin Gothic Medium"/>
              </a:defRPr>
            </a:lvl4pPr>
            <a:lvl5pPr marL="0">
              <a:spcBef>
                <a:spcPts val="0"/>
              </a:spcBef>
              <a:spcAft>
                <a:spcPts val="0"/>
              </a:spcAft>
              <a:defRPr sz="1600" baseline="0">
                <a:solidFill>
                  <a:schemeClr val="accent6"/>
                </a:solidFill>
                <a:latin typeface="Franklin Gothic Medium"/>
              </a:defRPr>
            </a:lvl5pPr>
          </a:lstStyle>
          <a:p>
            <a:pPr lvl="0"/>
            <a:r>
              <a:rPr lang="en-US" dirty="0" err="1"/>
              <a:t>Dettaglio</a:t>
            </a:r>
            <a:r>
              <a:rPr lang="en-US" dirty="0"/>
              <a:t> TIM Sans Light 10 </a:t>
            </a:r>
            <a:r>
              <a:rPr lang="en-US" dirty="0" err="1"/>
              <a:t>pt</a:t>
            </a:r>
            <a:endParaRPr lang="en-US" dirty="0"/>
          </a:p>
        </p:txBody>
      </p:sp>
      <p:sp>
        <p:nvSpPr>
          <p:cNvPr id="34" name="Segnaposto testo 2"/>
          <p:cNvSpPr>
            <a:spLocks noGrp="1"/>
          </p:cNvSpPr>
          <p:nvPr>
            <p:ph type="body" sz="quarter" idx="10" hasCustomPrompt="1"/>
          </p:nvPr>
        </p:nvSpPr>
        <p:spPr>
          <a:xfrm>
            <a:off x="3790954" y="6344692"/>
            <a:ext cx="7461249" cy="133350"/>
          </a:xfrm>
        </p:spPr>
        <p:txBody>
          <a:bodyPr/>
          <a:lstStyle>
            <a:lvl1pPr algn="r">
              <a:defRPr sz="800" b="1">
                <a:solidFill>
                  <a:schemeClr val="accent2"/>
                </a:solidFill>
              </a:defRPr>
            </a:lvl1pPr>
          </a:lstStyle>
          <a:p>
            <a:pPr>
              <a:lnSpc>
                <a:spcPct val="100000"/>
              </a:lnSpc>
            </a:pPr>
            <a:r>
              <a:rPr lang="it-IT" dirty="0"/>
              <a:t>Titolo della relazione</a:t>
            </a:r>
          </a:p>
        </p:txBody>
      </p:sp>
      <p:sp>
        <p:nvSpPr>
          <p:cNvPr id="35" name="Segnaposto testo 4"/>
          <p:cNvSpPr>
            <a:spLocks noGrp="1"/>
          </p:cNvSpPr>
          <p:nvPr>
            <p:ph type="body" sz="quarter" idx="11" hasCustomPrompt="1"/>
          </p:nvPr>
        </p:nvSpPr>
        <p:spPr>
          <a:xfrm>
            <a:off x="3790954" y="6450538"/>
            <a:ext cx="7461249" cy="130175"/>
          </a:xfrm>
        </p:spPr>
        <p:txBody>
          <a:bodyPr/>
          <a:lstStyle>
            <a:lvl1pPr algn="r">
              <a:defRPr sz="800">
                <a:solidFill>
                  <a:schemeClr val="accent3"/>
                </a:solidFill>
              </a:defRPr>
            </a:lvl1pPr>
          </a:lstStyle>
          <a:p>
            <a:pPr lvl="0"/>
            <a:r>
              <a:rPr lang="it-IT" dirty="0"/>
              <a:t>Nome del Relatore, Nome Struttura</a:t>
            </a:r>
          </a:p>
        </p:txBody>
      </p:sp>
    </p:spTree>
    <p:extLst>
      <p:ext uri="{BB962C8B-B14F-4D97-AF65-F5344CB8AC3E}">
        <p14:creationId xmlns:p14="http://schemas.microsoft.com/office/powerpoint/2010/main" val="131089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Separatore 3">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412752" y="360363"/>
            <a:ext cx="11279717"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it-IT"/>
              <a:t>Fare clic per modificare lo stile del titolo</a:t>
            </a:r>
            <a:endParaRPr lang="it-IT" dirty="0"/>
          </a:p>
        </p:txBody>
      </p:sp>
      <p:sp>
        <p:nvSpPr>
          <p:cNvPr id="5" name="Content Placeholder 3"/>
          <p:cNvSpPr>
            <a:spLocks noGrp="1" noChangeArrowheads="1"/>
          </p:cNvSpPr>
          <p:nvPr>
            <p:ph idx="1" hasCustomPrompt="1"/>
          </p:nvPr>
        </p:nvSpPr>
        <p:spPr bwMode="auto">
          <a:xfrm>
            <a:off x="393271" y="952501"/>
            <a:ext cx="11267016" cy="5222328"/>
          </a:xfrm>
          <a:prstGeom prst="rect">
            <a:avLst/>
          </a:prstGeom>
          <a:noFill/>
          <a:ln>
            <a:noFill/>
          </a:ln>
          <a:effectLst/>
        </p:spPr>
        <p:txBody>
          <a:bodyPr/>
          <a:lstStyle>
            <a:lvl1pPr marL="285750" marR="0" indent="-285750" algn="l" defTabSz="914400" rtl="0" eaLnBrk="1" fontAlgn="base" latinLnBrk="0" hangingPunct="1">
              <a:lnSpc>
                <a:spcPct val="120000"/>
              </a:lnSpc>
              <a:spcBef>
                <a:spcPct val="0"/>
              </a:spcBef>
              <a:spcAft>
                <a:spcPct val="40000"/>
              </a:spcAft>
              <a:buClr>
                <a:srgbClr val="EB0028"/>
              </a:buClr>
              <a:buSzPct val="50000"/>
              <a:buFontTx/>
              <a:buBlip>
                <a:blip r:embed="rId2"/>
              </a:buBlip>
              <a:tabLst/>
              <a:defRPr sz="1800">
                <a:solidFill>
                  <a:schemeClr val="tx1"/>
                </a:solidFill>
                <a:latin typeface="TIM Sans" panose="00000500000000000000" pitchFamily="50" charset="0"/>
              </a:defRPr>
            </a:lvl1pPr>
            <a:lvl2pPr marL="160338" indent="0">
              <a:buNone/>
              <a:defRPr>
                <a:solidFill>
                  <a:schemeClr val="tx1"/>
                </a:solidFill>
                <a:latin typeface="TIM Sans" panose="00000500000000000000" pitchFamily="50" charset="0"/>
              </a:defRPr>
            </a:lvl2pPr>
            <a:lvl3pPr>
              <a:defRPr>
                <a:solidFill>
                  <a:schemeClr val="tx1"/>
                </a:solidFill>
                <a:latin typeface="TIM Sans" panose="00000500000000000000" pitchFamily="50" charset="0"/>
              </a:defRPr>
            </a:lvl3pPr>
          </a:lstStyle>
          <a:p>
            <a:pPr lvl="0"/>
            <a:r>
              <a:rPr lang="it-IT" dirty="0"/>
              <a:t>Argomento #1 in TIM Sans 18 </a:t>
            </a:r>
            <a:r>
              <a:rPr lang="it-IT" dirty="0" err="1"/>
              <a:t>pt</a:t>
            </a:r>
            <a:endParaRPr lang="it-IT" dirty="0"/>
          </a:p>
          <a:p>
            <a:pPr marL="285750" marR="0" lvl="0" indent="-285750" algn="l" defTabSz="914400" rtl="0" eaLnBrk="1" fontAlgn="base" latinLnBrk="0" hangingPunct="1">
              <a:lnSpc>
                <a:spcPct val="120000"/>
              </a:lnSpc>
              <a:spcBef>
                <a:spcPct val="0"/>
              </a:spcBef>
              <a:spcAft>
                <a:spcPct val="40000"/>
              </a:spcAft>
              <a:buClr>
                <a:srgbClr val="EB0028"/>
              </a:buClr>
              <a:buSzPct val="50000"/>
              <a:buFontTx/>
              <a:buBlip>
                <a:blip r:embed="rId2"/>
              </a:buBlip>
              <a:tabLst/>
              <a:defRPr/>
            </a:pPr>
            <a:r>
              <a:rPr lang="it-IT" dirty="0"/>
              <a:t>Argomento #2 in TIM Sans 18 </a:t>
            </a:r>
            <a:r>
              <a:rPr lang="it-IT" dirty="0" err="1"/>
              <a:t>pt</a:t>
            </a:r>
            <a:endParaRPr lang="it-IT" dirty="0"/>
          </a:p>
          <a:p>
            <a:pPr marL="285750" marR="0" lvl="0" indent="-285750" algn="l" defTabSz="914400" rtl="0" eaLnBrk="1" fontAlgn="base" latinLnBrk="0" hangingPunct="1">
              <a:lnSpc>
                <a:spcPct val="120000"/>
              </a:lnSpc>
              <a:spcBef>
                <a:spcPct val="0"/>
              </a:spcBef>
              <a:spcAft>
                <a:spcPct val="40000"/>
              </a:spcAft>
              <a:buClr>
                <a:srgbClr val="EB0028"/>
              </a:buClr>
              <a:buSzPct val="50000"/>
              <a:buFontTx/>
              <a:buBlip>
                <a:blip r:embed="rId2"/>
              </a:buBlip>
              <a:tabLst/>
              <a:defRPr/>
            </a:pPr>
            <a:r>
              <a:rPr lang="it-IT" dirty="0"/>
              <a:t>Argomento #3 in TIM Sans 18 </a:t>
            </a:r>
            <a:r>
              <a:rPr lang="it-IT" dirty="0" err="1"/>
              <a:t>pt</a:t>
            </a:r>
            <a:endParaRPr lang="it-IT" dirty="0"/>
          </a:p>
        </p:txBody>
      </p:sp>
      <p:sp>
        <p:nvSpPr>
          <p:cNvPr id="6" name="Segnaposto testo 2"/>
          <p:cNvSpPr>
            <a:spLocks noGrp="1"/>
          </p:cNvSpPr>
          <p:nvPr>
            <p:ph type="body" sz="quarter" idx="10" hasCustomPrompt="1"/>
          </p:nvPr>
        </p:nvSpPr>
        <p:spPr>
          <a:xfrm>
            <a:off x="3790954" y="6344692"/>
            <a:ext cx="7461249" cy="133350"/>
          </a:xfrm>
        </p:spPr>
        <p:txBody>
          <a:bodyPr/>
          <a:lstStyle>
            <a:lvl1pPr algn="r">
              <a:defRPr sz="800" b="1">
                <a:solidFill>
                  <a:schemeClr val="accent2"/>
                </a:solidFill>
              </a:defRPr>
            </a:lvl1pPr>
          </a:lstStyle>
          <a:p>
            <a:pPr>
              <a:lnSpc>
                <a:spcPct val="100000"/>
              </a:lnSpc>
            </a:pPr>
            <a:r>
              <a:rPr lang="it-IT" dirty="0"/>
              <a:t>Titolo della relazione</a:t>
            </a:r>
          </a:p>
        </p:txBody>
      </p:sp>
      <p:sp>
        <p:nvSpPr>
          <p:cNvPr id="7" name="Segnaposto testo 4"/>
          <p:cNvSpPr>
            <a:spLocks noGrp="1"/>
          </p:cNvSpPr>
          <p:nvPr>
            <p:ph type="body" sz="quarter" idx="11" hasCustomPrompt="1"/>
          </p:nvPr>
        </p:nvSpPr>
        <p:spPr>
          <a:xfrm>
            <a:off x="3790954" y="6450538"/>
            <a:ext cx="7461249" cy="130175"/>
          </a:xfrm>
        </p:spPr>
        <p:txBody>
          <a:bodyPr/>
          <a:lstStyle>
            <a:lvl1pPr algn="r">
              <a:defRPr sz="800">
                <a:solidFill>
                  <a:schemeClr val="accent3"/>
                </a:solidFill>
              </a:defRPr>
            </a:lvl1pPr>
          </a:lstStyle>
          <a:p>
            <a:pPr lvl="0"/>
            <a:r>
              <a:rPr lang="it-IT" dirty="0"/>
              <a:t>Nome del Relatore, Nome Struttura</a:t>
            </a:r>
          </a:p>
        </p:txBody>
      </p:sp>
    </p:spTree>
    <p:extLst>
      <p:ext uri="{BB962C8B-B14F-4D97-AF65-F5344CB8AC3E}">
        <p14:creationId xmlns:p14="http://schemas.microsoft.com/office/powerpoint/2010/main" val="3193710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ullet Point Corpo Grande">
    <p:spTree>
      <p:nvGrpSpPr>
        <p:cNvPr id="1" name=""/>
        <p:cNvGrpSpPr/>
        <p:nvPr/>
      </p:nvGrpSpPr>
      <p:grpSpPr>
        <a:xfrm>
          <a:off x="0" y="0"/>
          <a:ext cx="0" cy="0"/>
          <a:chOff x="0" y="0"/>
          <a:chExt cx="0" cy="0"/>
        </a:xfrm>
      </p:grpSpPr>
      <p:sp>
        <p:nvSpPr>
          <p:cNvPr id="2" name="Titolo 1"/>
          <p:cNvSpPr>
            <a:spLocks noGrp="1"/>
          </p:cNvSpPr>
          <p:nvPr>
            <p:ph type="title"/>
          </p:nvPr>
        </p:nvSpPr>
        <p:spPr>
          <a:xfrm>
            <a:off x="412752" y="360363"/>
            <a:ext cx="11279717" cy="355600"/>
          </a:xfrm>
        </p:spPr>
        <p:txBody>
          <a:bodyPr/>
          <a:lstStyle/>
          <a:p>
            <a:r>
              <a:rPr lang="it-IT"/>
              <a:t>Fare clic per modificare lo stile del titolo</a:t>
            </a:r>
          </a:p>
        </p:txBody>
      </p:sp>
      <p:sp>
        <p:nvSpPr>
          <p:cNvPr id="5" name="Segnaposto testo 7"/>
          <p:cNvSpPr>
            <a:spLocks noGrp="1"/>
          </p:cNvSpPr>
          <p:nvPr>
            <p:ph type="body" sz="quarter" idx="13"/>
          </p:nvPr>
        </p:nvSpPr>
        <p:spPr>
          <a:xfrm>
            <a:off x="412749" y="952501"/>
            <a:ext cx="11266587" cy="5222329"/>
          </a:xfrm>
        </p:spPr>
        <p:txBody>
          <a:bodyPr/>
          <a:lstStyle>
            <a:lvl1pPr marL="285750" indent="-285750">
              <a:buClr>
                <a:srgbClr val="EB0028"/>
              </a:buClr>
              <a:buSzPct val="100000"/>
              <a:buFont typeface="Arial" panose="020B0604020202020204" pitchFamily="34" charset="0"/>
              <a:buChar char="•"/>
              <a:defRPr>
                <a:latin typeface="TIM Sans" panose="00000500000000000000" pitchFamily="2" charset="0"/>
              </a:defRPr>
            </a:lvl1pPr>
            <a:lvl2pPr marL="731838" indent="-285750">
              <a:buClr>
                <a:srgbClr val="EB0028"/>
              </a:buClr>
              <a:buSzPct val="100000"/>
              <a:buFont typeface="Arial" panose="020B0604020202020204" pitchFamily="34" charset="0"/>
              <a:buChar char="•"/>
              <a:defRPr>
                <a:latin typeface="TIM Sans" panose="00000500000000000000" pitchFamily="2" charset="0"/>
              </a:defRPr>
            </a:lvl2pPr>
            <a:lvl3pPr marL="1179513" indent="-285750">
              <a:buClr>
                <a:srgbClr val="EB0028"/>
              </a:buClr>
              <a:buSzPct val="100000"/>
              <a:buFont typeface="TIM Sans" panose="00000500000000000000" pitchFamily="50" charset="0"/>
              <a:buChar char="–"/>
              <a:defRPr>
                <a:latin typeface="TIM Sans" panose="00000500000000000000" pitchFamily="2" charset="0"/>
              </a:defRPr>
            </a:lvl3pPr>
            <a:lvl4pPr>
              <a:defRPr>
                <a:latin typeface="+mn-lt"/>
              </a:defRPr>
            </a:lvl4pPr>
            <a:lvl5pPr>
              <a:defRPr>
                <a:latin typeface="+mn-lt"/>
              </a:defRPr>
            </a:lvl5pPr>
          </a:lstStyle>
          <a:p>
            <a:pPr lvl="0"/>
            <a:r>
              <a:rPr lang="it-IT"/>
              <a:t>Fare clic per modificare stili del testo dello schema</a:t>
            </a:r>
          </a:p>
          <a:p>
            <a:pPr lvl="1"/>
            <a:r>
              <a:rPr lang="it-IT"/>
              <a:t>Secondo livello</a:t>
            </a:r>
          </a:p>
          <a:p>
            <a:pPr lvl="2"/>
            <a:r>
              <a:rPr lang="it-IT"/>
              <a:t>Terzo livello</a:t>
            </a:r>
          </a:p>
        </p:txBody>
      </p:sp>
      <p:sp>
        <p:nvSpPr>
          <p:cNvPr id="6" name="Segnaposto testo 2"/>
          <p:cNvSpPr>
            <a:spLocks noGrp="1"/>
          </p:cNvSpPr>
          <p:nvPr>
            <p:ph type="body" sz="quarter" idx="10" hasCustomPrompt="1"/>
          </p:nvPr>
        </p:nvSpPr>
        <p:spPr>
          <a:xfrm>
            <a:off x="3790954" y="6344692"/>
            <a:ext cx="7461249" cy="133350"/>
          </a:xfrm>
        </p:spPr>
        <p:txBody>
          <a:bodyPr/>
          <a:lstStyle>
            <a:lvl1pPr algn="r">
              <a:defRPr sz="800" b="1">
                <a:solidFill>
                  <a:schemeClr val="accent2"/>
                </a:solidFill>
              </a:defRPr>
            </a:lvl1pPr>
          </a:lstStyle>
          <a:p>
            <a:pPr>
              <a:lnSpc>
                <a:spcPct val="100000"/>
              </a:lnSpc>
            </a:pPr>
            <a:r>
              <a:rPr lang="it-IT" dirty="0"/>
              <a:t>Titolo della relazione</a:t>
            </a:r>
          </a:p>
        </p:txBody>
      </p:sp>
      <p:sp>
        <p:nvSpPr>
          <p:cNvPr id="7" name="Segnaposto testo 4"/>
          <p:cNvSpPr>
            <a:spLocks noGrp="1"/>
          </p:cNvSpPr>
          <p:nvPr>
            <p:ph type="body" sz="quarter" idx="11" hasCustomPrompt="1"/>
          </p:nvPr>
        </p:nvSpPr>
        <p:spPr>
          <a:xfrm>
            <a:off x="3790954" y="6450538"/>
            <a:ext cx="7461249" cy="130175"/>
          </a:xfrm>
        </p:spPr>
        <p:txBody>
          <a:bodyPr/>
          <a:lstStyle>
            <a:lvl1pPr algn="r">
              <a:defRPr sz="800">
                <a:solidFill>
                  <a:schemeClr val="accent3"/>
                </a:solidFill>
              </a:defRPr>
            </a:lvl1pPr>
          </a:lstStyle>
          <a:p>
            <a:pPr lvl="0"/>
            <a:r>
              <a:rPr lang="it-IT" dirty="0"/>
              <a:t>Nome del Relatore, Nome Struttura</a:t>
            </a:r>
          </a:p>
        </p:txBody>
      </p:sp>
    </p:spTree>
    <p:extLst>
      <p:ext uri="{BB962C8B-B14F-4D97-AF65-F5344CB8AC3E}">
        <p14:creationId xmlns:p14="http://schemas.microsoft.com/office/powerpoint/2010/main" val="2045389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ullet Point Corpo Grande - Sotto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5" name="Segnaposto testo 7"/>
          <p:cNvSpPr>
            <a:spLocks noGrp="1"/>
          </p:cNvSpPr>
          <p:nvPr>
            <p:ph type="body" sz="quarter" idx="12"/>
          </p:nvPr>
        </p:nvSpPr>
        <p:spPr>
          <a:xfrm>
            <a:off x="412751" y="692700"/>
            <a:ext cx="11299196" cy="332063"/>
          </a:xfrm>
          <a:noFill/>
          <a:ln>
            <a:noFill/>
          </a:ln>
          <a:effectLst/>
        </p:spPr>
        <p:txBody>
          <a:bodyPr wrap="none">
            <a:noAutofit/>
          </a:bodyPr>
          <a:lstStyle>
            <a:lvl1pPr>
              <a:defRPr lang="it-IT" sz="1400" kern="1200" dirty="0">
                <a:solidFill>
                  <a:schemeClr val="tx2"/>
                </a:solidFill>
                <a:latin typeface="TIM Sans" panose="00000500000000000000" pitchFamily="50" charset="0"/>
                <a:ea typeface="+mj-ea"/>
                <a:cs typeface="TIM Sans" panose="00000500000000000000" pitchFamily="50" charset="0"/>
              </a:defRPr>
            </a:lvl1pPr>
          </a:lstStyle>
          <a:p>
            <a:pPr lvl="0"/>
            <a:r>
              <a:rPr lang="it-IT"/>
              <a:t>Fare clic per modificare stili del testo dello schema</a:t>
            </a:r>
          </a:p>
        </p:txBody>
      </p:sp>
      <p:sp>
        <p:nvSpPr>
          <p:cNvPr id="6" name="Segnaposto testo 7"/>
          <p:cNvSpPr>
            <a:spLocks noGrp="1"/>
          </p:cNvSpPr>
          <p:nvPr>
            <p:ph type="body" sz="quarter" idx="13"/>
          </p:nvPr>
        </p:nvSpPr>
        <p:spPr>
          <a:xfrm>
            <a:off x="393701" y="1362252"/>
            <a:ext cx="11266587" cy="4797249"/>
          </a:xfrm>
        </p:spPr>
        <p:txBody>
          <a:bodyPr/>
          <a:lstStyle>
            <a:lvl1pPr marL="285750" indent="-285750">
              <a:buClr>
                <a:srgbClr val="EB0028"/>
              </a:buClr>
              <a:buSzPct val="100000"/>
              <a:buFont typeface="Arial" panose="020B0604020202020204" pitchFamily="34" charset="0"/>
              <a:buChar char="•"/>
              <a:defRPr>
                <a:latin typeface="+mj-lt"/>
              </a:defRPr>
            </a:lvl1pPr>
            <a:lvl2pPr marL="731838" indent="-285750">
              <a:buClr>
                <a:srgbClr val="EB0028"/>
              </a:buClr>
              <a:buSzPct val="100000"/>
              <a:buFont typeface="Arial" panose="020B0604020202020204" pitchFamily="34" charset="0"/>
              <a:buChar char="•"/>
              <a:defRPr>
                <a:latin typeface="+mj-lt"/>
              </a:defRPr>
            </a:lvl2pPr>
            <a:lvl3pPr marL="1179513" indent="-285750">
              <a:buClr>
                <a:srgbClr val="EB0028"/>
              </a:buClr>
              <a:buSzPct val="100000"/>
              <a:buFont typeface="TIM Sans" panose="00000500000000000000" pitchFamily="50" charset="0"/>
              <a:buChar char="–"/>
              <a:defRPr>
                <a:latin typeface="+mj-lt"/>
              </a:defRPr>
            </a:lvl3pPr>
            <a:lvl4pPr>
              <a:defRPr>
                <a:latin typeface="+mn-lt"/>
              </a:defRPr>
            </a:lvl4pPr>
            <a:lvl5pPr>
              <a:defRPr>
                <a:latin typeface="+mn-lt"/>
              </a:defRPr>
            </a:lvl5pPr>
          </a:lstStyle>
          <a:p>
            <a:pPr lvl="0"/>
            <a:r>
              <a:rPr lang="it-IT"/>
              <a:t>Fare clic per modificare stili del testo dello schema</a:t>
            </a:r>
          </a:p>
          <a:p>
            <a:pPr lvl="1"/>
            <a:r>
              <a:rPr lang="it-IT"/>
              <a:t>Secondo livello</a:t>
            </a:r>
          </a:p>
          <a:p>
            <a:pPr lvl="2"/>
            <a:r>
              <a:rPr lang="it-IT"/>
              <a:t>Terzo livello</a:t>
            </a:r>
          </a:p>
        </p:txBody>
      </p:sp>
      <p:sp>
        <p:nvSpPr>
          <p:cNvPr id="7" name="Segnaposto testo 2"/>
          <p:cNvSpPr>
            <a:spLocks noGrp="1"/>
          </p:cNvSpPr>
          <p:nvPr>
            <p:ph type="body" sz="quarter" idx="10" hasCustomPrompt="1"/>
          </p:nvPr>
        </p:nvSpPr>
        <p:spPr>
          <a:xfrm>
            <a:off x="3790954" y="6344692"/>
            <a:ext cx="7461249" cy="133350"/>
          </a:xfrm>
        </p:spPr>
        <p:txBody>
          <a:bodyPr/>
          <a:lstStyle>
            <a:lvl1pPr algn="r">
              <a:defRPr sz="800" b="1">
                <a:solidFill>
                  <a:schemeClr val="accent2"/>
                </a:solidFill>
              </a:defRPr>
            </a:lvl1pPr>
          </a:lstStyle>
          <a:p>
            <a:pPr>
              <a:lnSpc>
                <a:spcPct val="100000"/>
              </a:lnSpc>
            </a:pPr>
            <a:r>
              <a:rPr lang="it-IT" dirty="0"/>
              <a:t>Titolo della relazione</a:t>
            </a:r>
          </a:p>
        </p:txBody>
      </p:sp>
      <p:sp>
        <p:nvSpPr>
          <p:cNvPr id="8" name="Segnaposto testo 4"/>
          <p:cNvSpPr>
            <a:spLocks noGrp="1"/>
          </p:cNvSpPr>
          <p:nvPr>
            <p:ph type="body" sz="quarter" idx="11" hasCustomPrompt="1"/>
          </p:nvPr>
        </p:nvSpPr>
        <p:spPr>
          <a:xfrm>
            <a:off x="3790954" y="6450538"/>
            <a:ext cx="7461249" cy="130175"/>
          </a:xfrm>
        </p:spPr>
        <p:txBody>
          <a:bodyPr/>
          <a:lstStyle>
            <a:lvl1pPr algn="r">
              <a:defRPr sz="800">
                <a:solidFill>
                  <a:schemeClr val="accent3"/>
                </a:solidFill>
              </a:defRPr>
            </a:lvl1pPr>
          </a:lstStyle>
          <a:p>
            <a:pPr lvl="0"/>
            <a:r>
              <a:rPr lang="it-IT" dirty="0"/>
              <a:t>Nome del Relatore, Nome Struttura</a:t>
            </a:r>
          </a:p>
        </p:txBody>
      </p:sp>
    </p:spTree>
    <p:extLst>
      <p:ext uri="{BB962C8B-B14F-4D97-AF65-F5344CB8AC3E}">
        <p14:creationId xmlns:p14="http://schemas.microsoft.com/office/powerpoint/2010/main" val="1417821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llet Point - Corpo Piccolo">
    <p:spTree>
      <p:nvGrpSpPr>
        <p:cNvPr id="1" name=""/>
        <p:cNvGrpSpPr/>
        <p:nvPr/>
      </p:nvGrpSpPr>
      <p:grpSpPr>
        <a:xfrm>
          <a:off x="0" y="0"/>
          <a:ext cx="0" cy="0"/>
          <a:chOff x="0" y="0"/>
          <a:chExt cx="0" cy="0"/>
        </a:xfrm>
      </p:grpSpPr>
      <p:pic>
        <p:nvPicPr>
          <p:cNvPr id="3" name="Image 2"/>
          <p:cNvPicPr>
            <a:picLocks noChangeAspect="1"/>
          </p:cNvPicPr>
          <p:nvPr/>
        </p:nvPicPr>
        <p:blipFill>
          <a:blip cstate="print"/>
          <a:stretch>
            <a:fillRect/>
          </a:stretch>
        </p:blipFill>
        <p:spPr>
          <a:xfrm>
            <a:off x="1588" y="1588"/>
            <a:ext cx="1587" cy="1587"/>
          </a:xfrm>
          <a:prstGeom prst="rect">
            <a:avLst/>
          </a:prstGeom>
        </p:spPr>
      </p:pic>
      <p:sp>
        <p:nvSpPr>
          <p:cNvPr id="2" name="Titolo 1"/>
          <p:cNvSpPr>
            <a:spLocks noGrp="1"/>
          </p:cNvSpPr>
          <p:nvPr>
            <p:ph type="title"/>
          </p:nvPr>
        </p:nvSpPr>
        <p:spPr>
          <a:xfrm>
            <a:off x="412752" y="360363"/>
            <a:ext cx="11279717" cy="355600"/>
          </a:xfrm>
        </p:spPr>
        <p:txBody>
          <a:bodyPr/>
          <a:lstStyle/>
          <a:p>
            <a:r>
              <a:rPr lang="it-IT"/>
              <a:t>Fare clic per modificare lo stile del titolo</a:t>
            </a:r>
          </a:p>
        </p:txBody>
      </p:sp>
      <p:sp>
        <p:nvSpPr>
          <p:cNvPr id="5" name="Segnaposto testo 2"/>
          <p:cNvSpPr>
            <a:spLocks noGrp="1"/>
          </p:cNvSpPr>
          <p:nvPr>
            <p:ph type="body" sz="quarter" idx="12"/>
          </p:nvPr>
        </p:nvSpPr>
        <p:spPr>
          <a:xfrm>
            <a:off x="412749" y="953839"/>
            <a:ext cx="11280000" cy="5205662"/>
          </a:xfrm>
        </p:spPr>
        <p:txBody>
          <a:bodyPr>
            <a:noAutofit/>
          </a:bodyPr>
          <a:lstStyle>
            <a:lvl1pPr marL="342900" indent="-342900" algn="l">
              <a:buClr>
                <a:srgbClr val="EB0028"/>
              </a:buClr>
              <a:buSzPct val="100000"/>
              <a:buFont typeface="Arial" panose="020B0604020202020204" pitchFamily="34" charset="0"/>
              <a:buChar char="•"/>
              <a:defRPr sz="1400">
                <a:solidFill>
                  <a:schemeClr val="tx1"/>
                </a:solidFill>
              </a:defRPr>
            </a:lvl1pPr>
            <a:lvl2pPr marL="731838" indent="-285750" algn="l">
              <a:buClr>
                <a:srgbClr val="EB0028"/>
              </a:buClr>
              <a:buSzPct val="100000"/>
              <a:buFont typeface="Arial" panose="020B0604020202020204" pitchFamily="34" charset="0"/>
              <a:buChar char="•"/>
              <a:defRPr sz="1200">
                <a:solidFill>
                  <a:schemeClr val="tx1"/>
                </a:solidFill>
              </a:defRPr>
            </a:lvl2pPr>
            <a:lvl3pPr marL="1179513" indent="-285750" algn="l">
              <a:buClr>
                <a:srgbClr val="EB0028"/>
              </a:buClr>
              <a:buSzPct val="100000"/>
              <a:buFont typeface="FS Me" panose="02000506040000020004" pitchFamily="50" charset="0"/>
              <a:buChar char="–"/>
              <a:defRPr sz="1000">
                <a:solidFill>
                  <a:schemeClr val="tx1"/>
                </a:solidFill>
              </a:defRPr>
            </a:lvl3pPr>
            <a:lvl4pPr marL="1339850" marR="0" indent="31750" algn="l" defTabSz="914400" rtl="0" eaLnBrk="0" fontAlgn="base" latinLnBrk="0" hangingPunct="0">
              <a:lnSpc>
                <a:spcPct val="120000"/>
              </a:lnSpc>
              <a:spcBef>
                <a:spcPct val="0"/>
              </a:spcBef>
              <a:spcAft>
                <a:spcPct val="40000"/>
              </a:spcAft>
              <a:buClr>
                <a:srgbClr val="FF0000"/>
              </a:buClr>
              <a:buSzPct val="50000"/>
              <a:buFont typeface="Franklin Gothic Demi" charset="0"/>
              <a:buNone/>
              <a:tabLst/>
              <a:defRPr kumimoji="0" lang="it-IT" sz="1200" b="0" i="0" u="none" strike="noStrike" kern="0" cap="none" spc="0" normalizeH="0" baseline="0" noProof="0" smtClean="0">
                <a:ln>
                  <a:noFill/>
                </a:ln>
                <a:solidFill>
                  <a:srgbClr val="0D3764"/>
                </a:solidFill>
                <a:effectLst/>
                <a:uLnTx/>
                <a:uFillTx/>
                <a:latin typeface="Arial" charset="0"/>
                <a:cs typeface="ＭＳ Ｐゴシック" charset="0"/>
              </a:defRPr>
            </a:lvl4pPr>
          </a:lstStyle>
          <a:p>
            <a:pPr lvl="0"/>
            <a:r>
              <a:rPr lang="it-IT"/>
              <a:t>Fare clic per modificare stili del testo dello schema</a:t>
            </a:r>
          </a:p>
          <a:p>
            <a:pPr lvl="1"/>
            <a:r>
              <a:rPr lang="it-IT"/>
              <a:t>Secondo livello</a:t>
            </a:r>
          </a:p>
          <a:p>
            <a:pPr lvl="2"/>
            <a:r>
              <a:rPr lang="it-IT"/>
              <a:t>Terzo livello</a:t>
            </a:r>
          </a:p>
        </p:txBody>
      </p:sp>
      <p:sp>
        <p:nvSpPr>
          <p:cNvPr id="6" name="Segnaposto testo 2"/>
          <p:cNvSpPr>
            <a:spLocks noGrp="1"/>
          </p:cNvSpPr>
          <p:nvPr>
            <p:ph type="body" sz="quarter" idx="10" hasCustomPrompt="1"/>
          </p:nvPr>
        </p:nvSpPr>
        <p:spPr>
          <a:xfrm>
            <a:off x="3790954" y="6344692"/>
            <a:ext cx="7461249" cy="133350"/>
          </a:xfrm>
        </p:spPr>
        <p:txBody>
          <a:bodyPr/>
          <a:lstStyle>
            <a:lvl1pPr algn="r">
              <a:defRPr sz="800" b="1">
                <a:solidFill>
                  <a:schemeClr val="accent2"/>
                </a:solidFill>
              </a:defRPr>
            </a:lvl1pPr>
          </a:lstStyle>
          <a:p>
            <a:pPr>
              <a:lnSpc>
                <a:spcPct val="100000"/>
              </a:lnSpc>
            </a:pPr>
            <a:r>
              <a:rPr lang="it-IT" dirty="0"/>
              <a:t>Titolo della relazione</a:t>
            </a:r>
          </a:p>
        </p:txBody>
      </p:sp>
      <p:sp>
        <p:nvSpPr>
          <p:cNvPr id="7" name="Segnaposto testo 4"/>
          <p:cNvSpPr>
            <a:spLocks noGrp="1"/>
          </p:cNvSpPr>
          <p:nvPr>
            <p:ph type="body" sz="quarter" idx="11" hasCustomPrompt="1"/>
          </p:nvPr>
        </p:nvSpPr>
        <p:spPr>
          <a:xfrm>
            <a:off x="3790954" y="6450538"/>
            <a:ext cx="7461249" cy="130175"/>
          </a:xfrm>
        </p:spPr>
        <p:txBody>
          <a:bodyPr/>
          <a:lstStyle>
            <a:lvl1pPr algn="r">
              <a:defRPr sz="800">
                <a:solidFill>
                  <a:schemeClr val="accent3"/>
                </a:solidFill>
              </a:defRPr>
            </a:lvl1pPr>
          </a:lstStyle>
          <a:p>
            <a:pPr lvl="0"/>
            <a:r>
              <a:rPr lang="it-IT" dirty="0"/>
              <a:t>Nome del Relatore, Nome Struttura</a:t>
            </a:r>
          </a:p>
        </p:txBody>
      </p:sp>
    </p:spTree>
    <p:extLst>
      <p:ext uri="{BB962C8B-B14F-4D97-AF65-F5344CB8AC3E}">
        <p14:creationId xmlns:p14="http://schemas.microsoft.com/office/powerpoint/2010/main" val="2283704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uto 2 Colonn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5" name="Segnaposto testo 7"/>
          <p:cNvSpPr>
            <a:spLocks noGrp="1"/>
          </p:cNvSpPr>
          <p:nvPr>
            <p:ph type="body" sz="quarter" idx="12"/>
          </p:nvPr>
        </p:nvSpPr>
        <p:spPr>
          <a:xfrm>
            <a:off x="412753" y="1081002"/>
            <a:ext cx="5521191" cy="552780"/>
          </a:xfrm>
          <a:noFill/>
          <a:ln>
            <a:noFill/>
          </a:ln>
          <a:effectLst/>
        </p:spPr>
        <p:txBody>
          <a:bodyPr wrap="none">
            <a:noAutofit/>
          </a:bodyPr>
          <a:lstStyle>
            <a:lvl1pPr>
              <a:defRPr lang="it-IT" sz="1400" kern="1200" dirty="0">
                <a:solidFill>
                  <a:srgbClr val="EB0028"/>
                </a:solidFill>
                <a:latin typeface="TIM Sans Medium" panose="00000600000000000000" pitchFamily="2" charset="0"/>
                <a:ea typeface="+mj-ea"/>
                <a:cs typeface="TIM Sans Medium" panose="00000600000000000000" pitchFamily="2" charset="0"/>
              </a:defRPr>
            </a:lvl1pPr>
          </a:lstStyle>
          <a:p>
            <a:pPr lvl="0"/>
            <a:r>
              <a:rPr lang="it-IT"/>
              <a:t>Fare clic per modificare stili del testo dello schema</a:t>
            </a:r>
          </a:p>
        </p:txBody>
      </p:sp>
      <p:sp>
        <p:nvSpPr>
          <p:cNvPr id="6" name="Segnaposto contenuto 3"/>
          <p:cNvSpPr>
            <a:spLocks noGrp="1"/>
          </p:cNvSpPr>
          <p:nvPr>
            <p:ph sz="half" idx="2"/>
          </p:nvPr>
        </p:nvSpPr>
        <p:spPr>
          <a:xfrm>
            <a:off x="405971" y="1513055"/>
            <a:ext cx="5527972" cy="4353347"/>
          </a:xfrm>
          <a:prstGeom prst="rect">
            <a:avLst/>
          </a:prstGeom>
        </p:spPr>
        <p:txBody>
          <a:bodyPr>
            <a:noAutofit/>
          </a:bodyPr>
          <a:lstStyle>
            <a:lvl1pPr marL="0" indent="0">
              <a:defRPr sz="1400">
                <a:solidFill>
                  <a:schemeClr val="tx1"/>
                </a:solidFill>
              </a:defRPr>
            </a:lvl1pPr>
            <a:lvl2pPr>
              <a:defRPr sz="2000">
                <a:solidFill>
                  <a:schemeClr val="accent1"/>
                </a:solidFill>
              </a:defRPr>
            </a:lvl2pPr>
            <a:lvl3pPr>
              <a:defRPr sz="1800">
                <a:solidFill>
                  <a:schemeClr val="accent1"/>
                </a:solidFill>
              </a:defRPr>
            </a:lvl3pPr>
            <a:lvl4pPr>
              <a:defRPr sz="1600">
                <a:solidFill>
                  <a:schemeClr val="accent1"/>
                </a:solidFill>
              </a:defRPr>
            </a:lvl4pPr>
            <a:lvl5pPr>
              <a:defRPr sz="1600">
                <a:solidFill>
                  <a:schemeClr val="accent1"/>
                </a:solidFill>
              </a:defRPr>
            </a:lvl5pPr>
            <a:lvl6pPr>
              <a:defRPr sz="1600"/>
            </a:lvl6pPr>
            <a:lvl7pPr>
              <a:defRPr sz="1600"/>
            </a:lvl7pPr>
            <a:lvl8pPr>
              <a:defRPr sz="1600"/>
            </a:lvl8pPr>
            <a:lvl9pPr>
              <a:defRPr sz="1600"/>
            </a:lvl9pPr>
          </a:lstStyle>
          <a:p>
            <a:pPr lvl="0"/>
            <a:r>
              <a:rPr lang="it-IT"/>
              <a:t>Fare clic per modificare stili del testo dello schema</a:t>
            </a:r>
          </a:p>
        </p:txBody>
      </p:sp>
      <p:sp>
        <p:nvSpPr>
          <p:cNvPr id="7" name="Segnaposto contenuto 5"/>
          <p:cNvSpPr>
            <a:spLocks noGrp="1"/>
          </p:cNvSpPr>
          <p:nvPr>
            <p:ph sz="quarter" idx="4"/>
          </p:nvPr>
        </p:nvSpPr>
        <p:spPr>
          <a:xfrm>
            <a:off x="6069161" y="1513055"/>
            <a:ext cx="5508251" cy="4353347"/>
          </a:xfrm>
          <a:prstGeom prst="rect">
            <a:avLst/>
          </a:prstGeom>
        </p:spPr>
        <p:txBody>
          <a:bodyPr>
            <a:noAutofit/>
          </a:bodyPr>
          <a:lstStyle>
            <a:lvl1pPr marL="0" indent="0">
              <a:defRPr sz="1400">
                <a:solidFill>
                  <a:schemeClr val="tx1"/>
                </a:solidFill>
              </a:defRPr>
            </a:lvl1pPr>
            <a:lvl2pPr>
              <a:defRPr sz="2000">
                <a:solidFill>
                  <a:schemeClr val="accent1"/>
                </a:solidFill>
              </a:defRPr>
            </a:lvl2pPr>
            <a:lvl3pPr>
              <a:defRPr sz="1800">
                <a:solidFill>
                  <a:schemeClr val="accent1"/>
                </a:solidFill>
              </a:defRPr>
            </a:lvl3pPr>
            <a:lvl4pPr>
              <a:defRPr sz="1600">
                <a:solidFill>
                  <a:schemeClr val="accent1"/>
                </a:solidFill>
              </a:defRPr>
            </a:lvl4pPr>
            <a:lvl5pPr>
              <a:defRPr sz="1600">
                <a:solidFill>
                  <a:schemeClr val="accent1"/>
                </a:solidFill>
              </a:defRPr>
            </a:lvl5pPr>
            <a:lvl6pPr>
              <a:defRPr sz="1600"/>
            </a:lvl6pPr>
            <a:lvl7pPr>
              <a:defRPr sz="1600"/>
            </a:lvl7pPr>
            <a:lvl8pPr>
              <a:defRPr sz="1600"/>
            </a:lvl8pPr>
            <a:lvl9pPr>
              <a:defRPr sz="1600"/>
            </a:lvl9pPr>
          </a:lstStyle>
          <a:p>
            <a:pPr lvl="0"/>
            <a:r>
              <a:rPr lang="it-IT"/>
              <a:t>Fare clic per modificare stili del testo dello schema</a:t>
            </a:r>
          </a:p>
        </p:txBody>
      </p:sp>
      <p:sp>
        <p:nvSpPr>
          <p:cNvPr id="8" name="Segnaposto testo 7"/>
          <p:cNvSpPr>
            <a:spLocks noGrp="1"/>
          </p:cNvSpPr>
          <p:nvPr>
            <p:ph type="body" sz="quarter" idx="13"/>
          </p:nvPr>
        </p:nvSpPr>
        <p:spPr>
          <a:xfrm>
            <a:off x="6052611" y="1079443"/>
            <a:ext cx="5521191" cy="552780"/>
          </a:xfrm>
          <a:noFill/>
          <a:ln>
            <a:noFill/>
          </a:ln>
          <a:effectLst/>
        </p:spPr>
        <p:txBody>
          <a:bodyPr wrap="none">
            <a:noAutofit/>
          </a:bodyPr>
          <a:lstStyle>
            <a:lvl1pPr>
              <a:defRPr lang="it-IT" sz="1400" kern="1200" dirty="0">
                <a:solidFill>
                  <a:srgbClr val="EB0028"/>
                </a:solidFill>
                <a:latin typeface="TIM Sans Medium" panose="00000600000000000000" pitchFamily="2" charset="0"/>
                <a:ea typeface="+mj-ea"/>
                <a:cs typeface="TIM Sans Medium" panose="00000600000000000000" pitchFamily="2" charset="0"/>
              </a:defRPr>
            </a:lvl1pPr>
          </a:lstStyle>
          <a:p>
            <a:pPr lvl="0"/>
            <a:r>
              <a:rPr lang="it-IT"/>
              <a:t>Fare clic per modificare stili del testo dello schema</a:t>
            </a:r>
          </a:p>
        </p:txBody>
      </p:sp>
      <p:sp>
        <p:nvSpPr>
          <p:cNvPr id="9" name="Segnaposto testo 2"/>
          <p:cNvSpPr>
            <a:spLocks noGrp="1"/>
          </p:cNvSpPr>
          <p:nvPr>
            <p:ph type="body" sz="quarter" idx="10" hasCustomPrompt="1"/>
          </p:nvPr>
        </p:nvSpPr>
        <p:spPr>
          <a:xfrm>
            <a:off x="3790954" y="6344692"/>
            <a:ext cx="7461249" cy="133350"/>
          </a:xfrm>
        </p:spPr>
        <p:txBody>
          <a:bodyPr/>
          <a:lstStyle>
            <a:lvl1pPr algn="r">
              <a:defRPr sz="800" b="1">
                <a:solidFill>
                  <a:schemeClr val="accent2"/>
                </a:solidFill>
              </a:defRPr>
            </a:lvl1pPr>
          </a:lstStyle>
          <a:p>
            <a:pPr>
              <a:lnSpc>
                <a:spcPct val="100000"/>
              </a:lnSpc>
            </a:pPr>
            <a:r>
              <a:rPr lang="it-IT" dirty="0"/>
              <a:t>Titolo della relazione</a:t>
            </a:r>
          </a:p>
        </p:txBody>
      </p:sp>
      <p:sp>
        <p:nvSpPr>
          <p:cNvPr id="10" name="Segnaposto testo 4"/>
          <p:cNvSpPr>
            <a:spLocks noGrp="1"/>
          </p:cNvSpPr>
          <p:nvPr>
            <p:ph type="body" sz="quarter" idx="11" hasCustomPrompt="1"/>
          </p:nvPr>
        </p:nvSpPr>
        <p:spPr>
          <a:xfrm>
            <a:off x="3790954" y="6450538"/>
            <a:ext cx="7461249" cy="130175"/>
          </a:xfrm>
        </p:spPr>
        <p:txBody>
          <a:bodyPr/>
          <a:lstStyle>
            <a:lvl1pPr algn="r">
              <a:defRPr sz="800">
                <a:solidFill>
                  <a:schemeClr val="accent3"/>
                </a:solidFill>
              </a:defRPr>
            </a:lvl1pPr>
          </a:lstStyle>
          <a:p>
            <a:pPr lvl="0"/>
            <a:r>
              <a:rPr lang="it-IT" dirty="0"/>
              <a:t>Nome del Relatore, Nome Struttura</a:t>
            </a:r>
          </a:p>
        </p:txBody>
      </p:sp>
    </p:spTree>
    <p:extLst>
      <p:ext uri="{BB962C8B-B14F-4D97-AF65-F5344CB8AC3E}">
        <p14:creationId xmlns:p14="http://schemas.microsoft.com/office/powerpoint/2010/main" val="1436445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rafico e Tes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graphicFrame>
        <p:nvGraphicFramePr>
          <p:cNvPr id="8" name="Oggetto 16"/>
          <p:cNvGraphicFramePr>
            <a:graphicFrameLocks noGrp="1"/>
          </p:cNvGraphicFramePr>
          <p:nvPr userDrawn="1"/>
        </p:nvGraphicFramePr>
        <p:xfrm>
          <a:off x="486835" y="1757979"/>
          <a:ext cx="5441951" cy="4467225"/>
        </p:xfrm>
        <a:graphic>
          <a:graphicData uri="http://schemas.openxmlformats.org/drawingml/2006/chart">
            <c:chart xmlns:c="http://schemas.openxmlformats.org/drawingml/2006/chart" xmlns:r="http://schemas.openxmlformats.org/officeDocument/2006/relationships" r:id="rId2"/>
          </a:graphicData>
        </a:graphic>
      </p:graphicFrame>
      <p:sp>
        <p:nvSpPr>
          <p:cNvPr id="9" name="Segnaposto contenuto 3"/>
          <p:cNvSpPr>
            <a:spLocks noGrp="1"/>
          </p:cNvSpPr>
          <p:nvPr>
            <p:ph sz="half" idx="2"/>
          </p:nvPr>
        </p:nvSpPr>
        <p:spPr>
          <a:xfrm>
            <a:off x="6052610" y="1513055"/>
            <a:ext cx="5527972" cy="4353347"/>
          </a:xfrm>
          <a:prstGeom prst="rect">
            <a:avLst/>
          </a:prstGeom>
        </p:spPr>
        <p:txBody>
          <a:bodyPr>
            <a:noAutofit/>
          </a:bodyPr>
          <a:lstStyle>
            <a:lvl1pPr marL="285750" indent="-285750">
              <a:buClr>
                <a:srgbClr val="EB0028"/>
              </a:buClr>
              <a:buSzPct val="100000"/>
              <a:buFont typeface="Arial" panose="020B0604020202020204" pitchFamily="34" charset="0"/>
              <a:buChar char="•"/>
              <a:defRPr sz="1400">
                <a:solidFill>
                  <a:schemeClr val="tx1"/>
                </a:solidFill>
                <a:latin typeface="TIM Sans" panose="00000500000000000000" pitchFamily="50" charset="0"/>
              </a:defRPr>
            </a:lvl1pPr>
            <a:lvl2pPr marL="788988" indent="-342900">
              <a:buClr>
                <a:srgbClr val="EB0028"/>
              </a:buClr>
              <a:buSzPct val="100000"/>
              <a:buFont typeface="Arial" panose="020B0604020202020204" pitchFamily="34" charset="0"/>
              <a:buChar char="•"/>
              <a:defRPr sz="1200" baseline="0">
                <a:solidFill>
                  <a:schemeClr val="tx1"/>
                </a:solidFill>
                <a:latin typeface="TIM Sans" panose="00000500000000000000" pitchFamily="50" charset="0"/>
              </a:defRPr>
            </a:lvl2pPr>
            <a:lvl3pPr marL="1179513" indent="-285750">
              <a:buClr>
                <a:srgbClr val="EB0028"/>
              </a:buClr>
              <a:buSzPct val="100000"/>
              <a:buFont typeface="TIM Sans" panose="00000500000000000000" pitchFamily="50" charset="0"/>
              <a:buChar char="–"/>
              <a:defRPr sz="1000">
                <a:solidFill>
                  <a:schemeClr val="tx1"/>
                </a:solidFill>
                <a:latin typeface="TIM Sans" panose="00000500000000000000" pitchFamily="50" charset="0"/>
              </a:defRPr>
            </a:lvl3pPr>
            <a:lvl4pPr>
              <a:defRPr sz="1600">
                <a:solidFill>
                  <a:schemeClr val="accent1"/>
                </a:solidFill>
              </a:defRPr>
            </a:lvl4pPr>
            <a:lvl5pPr>
              <a:defRPr sz="1600">
                <a:solidFill>
                  <a:schemeClr val="accent1"/>
                </a:solidFill>
              </a:defRPr>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p:txBody>
      </p:sp>
      <p:sp>
        <p:nvSpPr>
          <p:cNvPr id="12" name="Segnaposto testo 2"/>
          <p:cNvSpPr>
            <a:spLocks noGrp="1"/>
          </p:cNvSpPr>
          <p:nvPr>
            <p:ph type="body" sz="quarter" idx="10" hasCustomPrompt="1"/>
          </p:nvPr>
        </p:nvSpPr>
        <p:spPr>
          <a:xfrm>
            <a:off x="3790954" y="6344692"/>
            <a:ext cx="7461249" cy="133350"/>
          </a:xfrm>
        </p:spPr>
        <p:txBody>
          <a:bodyPr/>
          <a:lstStyle>
            <a:lvl1pPr algn="r">
              <a:defRPr sz="800" b="1">
                <a:solidFill>
                  <a:schemeClr val="accent2"/>
                </a:solidFill>
              </a:defRPr>
            </a:lvl1pPr>
          </a:lstStyle>
          <a:p>
            <a:pPr>
              <a:lnSpc>
                <a:spcPct val="100000"/>
              </a:lnSpc>
            </a:pPr>
            <a:r>
              <a:rPr lang="it-IT" dirty="0"/>
              <a:t>Titolo della relazione</a:t>
            </a:r>
          </a:p>
        </p:txBody>
      </p:sp>
      <p:sp>
        <p:nvSpPr>
          <p:cNvPr id="13" name="Segnaposto testo 4"/>
          <p:cNvSpPr>
            <a:spLocks noGrp="1"/>
          </p:cNvSpPr>
          <p:nvPr>
            <p:ph type="body" sz="quarter" idx="11" hasCustomPrompt="1"/>
          </p:nvPr>
        </p:nvSpPr>
        <p:spPr>
          <a:xfrm>
            <a:off x="3790954" y="6450538"/>
            <a:ext cx="7461249" cy="130175"/>
          </a:xfrm>
        </p:spPr>
        <p:txBody>
          <a:bodyPr/>
          <a:lstStyle>
            <a:lvl1pPr algn="r">
              <a:defRPr sz="800">
                <a:solidFill>
                  <a:schemeClr val="accent3"/>
                </a:solidFill>
              </a:defRPr>
            </a:lvl1pPr>
          </a:lstStyle>
          <a:p>
            <a:pPr lvl="0"/>
            <a:r>
              <a:rPr lang="it-IT" dirty="0"/>
              <a:t>Nome del Relatore, Nome Struttura</a:t>
            </a:r>
          </a:p>
        </p:txBody>
      </p:sp>
      <p:sp>
        <p:nvSpPr>
          <p:cNvPr id="10" name="Segnaposto testo 7"/>
          <p:cNvSpPr>
            <a:spLocks noGrp="1"/>
          </p:cNvSpPr>
          <p:nvPr>
            <p:ph type="body" sz="quarter" idx="12"/>
          </p:nvPr>
        </p:nvSpPr>
        <p:spPr>
          <a:xfrm>
            <a:off x="412753" y="1081002"/>
            <a:ext cx="5521191" cy="552780"/>
          </a:xfrm>
          <a:noFill/>
          <a:ln>
            <a:noFill/>
          </a:ln>
          <a:effectLst/>
        </p:spPr>
        <p:txBody>
          <a:bodyPr wrap="none">
            <a:noAutofit/>
          </a:bodyPr>
          <a:lstStyle>
            <a:lvl1pPr>
              <a:defRPr lang="it-IT" sz="1400" kern="1200" dirty="0">
                <a:solidFill>
                  <a:srgbClr val="EB0028"/>
                </a:solidFill>
                <a:latin typeface="TIM Sans Medium" panose="00000600000000000000" pitchFamily="2" charset="0"/>
                <a:ea typeface="+mj-ea"/>
                <a:cs typeface="TIM Sans Medium" panose="00000600000000000000" pitchFamily="2" charset="0"/>
              </a:defRPr>
            </a:lvl1pPr>
          </a:lstStyle>
          <a:p>
            <a:pPr lvl="0"/>
            <a:r>
              <a:rPr lang="it-IT"/>
              <a:t>Fare clic per modificare stili del testo dello schema</a:t>
            </a:r>
          </a:p>
        </p:txBody>
      </p:sp>
      <p:sp>
        <p:nvSpPr>
          <p:cNvPr id="14" name="Segnaposto testo 7"/>
          <p:cNvSpPr>
            <a:spLocks noGrp="1"/>
          </p:cNvSpPr>
          <p:nvPr>
            <p:ph type="body" sz="quarter" idx="13"/>
          </p:nvPr>
        </p:nvSpPr>
        <p:spPr>
          <a:xfrm>
            <a:off x="6052611" y="1079443"/>
            <a:ext cx="5521191" cy="552780"/>
          </a:xfrm>
          <a:noFill/>
          <a:ln>
            <a:noFill/>
          </a:ln>
          <a:effectLst/>
        </p:spPr>
        <p:txBody>
          <a:bodyPr wrap="none">
            <a:noAutofit/>
          </a:bodyPr>
          <a:lstStyle>
            <a:lvl1pPr>
              <a:defRPr lang="it-IT" sz="1400" kern="1200" dirty="0">
                <a:solidFill>
                  <a:srgbClr val="EB0028"/>
                </a:solidFill>
                <a:latin typeface="TIM Sans Medium" panose="00000600000000000000" pitchFamily="2" charset="0"/>
                <a:ea typeface="+mj-ea"/>
                <a:cs typeface="TIM Sans Medium" panose="00000600000000000000" pitchFamily="2" charset="0"/>
              </a:defRPr>
            </a:lvl1pPr>
          </a:lstStyle>
          <a:p>
            <a:pPr lvl="0"/>
            <a:r>
              <a:rPr lang="it-IT"/>
              <a:t>Fare clic per modificare stili del testo dello schema</a:t>
            </a:r>
          </a:p>
        </p:txBody>
      </p:sp>
    </p:spTree>
    <p:extLst>
      <p:ext uri="{BB962C8B-B14F-4D97-AF65-F5344CB8AC3E}">
        <p14:creationId xmlns:p14="http://schemas.microsoft.com/office/powerpoint/2010/main" val="2186169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itazioni">
    <p:spTree>
      <p:nvGrpSpPr>
        <p:cNvPr id="1" name=""/>
        <p:cNvGrpSpPr/>
        <p:nvPr/>
      </p:nvGrpSpPr>
      <p:grpSpPr>
        <a:xfrm>
          <a:off x="0" y="0"/>
          <a:ext cx="0" cy="0"/>
          <a:chOff x="0" y="0"/>
          <a:chExt cx="0" cy="0"/>
        </a:xfrm>
      </p:grpSpPr>
      <p:sp>
        <p:nvSpPr>
          <p:cNvPr id="5" name="Rettangolo 4"/>
          <p:cNvSpPr/>
          <p:nvPr userDrawn="1"/>
        </p:nvSpPr>
        <p:spPr>
          <a:xfrm>
            <a:off x="3407701" y="2132856"/>
            <a:ext cx="8784299" cy="1944216"/>
          </a:xfrm>
          <a:prstGeom prst="rect">
            <a:avLst/>
          </a:prstGeom>
          <a:solidFill>
            <a:srgbClr val="004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sz="1800">
              <a:solidFill>
                <a:prstClr val="white"/>
              </a:solidFill>
            </a:endParaRPr>
          </a:p>
        </p:txBody>
      </p:sp>
      <p:sp>
        <p:nvSpPr>
          <p:cNvPr id="6" name="Segnaposto testo 7"/>
          <p:cNvSpPr>
            <a:spLocks noGrp="1"/>
          </p:cNvSpPr>
          <p:nvPr>
            <p:ph type="body" sz="quarter" idx="12"/>
          </p:nvPr>
        </p:nvSpPr>
        <p:spPr>
          <a:xfrm>
            <a:off x="3983767" y="2529228"/>
            <a:ext cx="7745743" cy="1151483"/>
          </a:xfrm>
        </p:spPr>
        <p:txBody>
          <a:bodyPr anchor="ctr"/>
          <a:lstStyle>
            <a:lvl1pPr>
              <a:lnSpc>
                <a:spcPct val="100000"/>
              </a:lnSpc>
              <a:defRPr sz="3600">
                <a:solidFill>
                  <a:schemeClr val="bg1"/>
                </a:solidFill>
                <a:latin typeface="TIM Sans Medium" panose="02020503040602060503" pitchFamily="18" charset="0"/>
              </a:defRPr>
            </a:lvl1pPr>
            <a:lvl2pPr>
              <a:defRPr>
                <a:latin typeface="+mn-lt"/>
              </a:defRPr>
            </a:lvl2pPr>
            <a:lvl3pPr>
              <a:defRPr>
                <a:latin typeface="+mn-lt"/>
              </a:defRPr>
            </a:lvl3pPr>
            <a:lvl4pPr>
              <a:defRPr>
                <a:latin typeface="+mn-lt"/>
              </a:defRPr>
            </a:lvl4pPr>
            <a:lvl5pPr>
              <a:defRPr>
                <a:latin typeface="+mn-lt"/>
              </a:defRPr>
            </a:lvl5pPr>
          </a:lstStyle>
          <a:p>
            <a:pPr lvl="0"/>
            <a:r>
              <a:rPr lang="it-IT"/>
              <a:t>Fare clic per modificare stili del testo dello schema</a:t>
            </a:r>
          </a:p>
        </p:txBody>
      </p:sp>
      <p:sp>
        <p:nvSpPr>
          <p:cNvPr id="7" name="Segnaposto testo 2"/>
          <p:cNvSpPr>
            <a:spLocks noGrp="1"/>
          </p:cNvSpPr>
          <p:nvPr>
            <p:ph type="body" sz="quarter" idx="10" hasCustomPrompt="1"/>
          </p:nvPr>
        </p:nvSpPr>
        <p:spPr>
          <a:xfrm>
            <a:off x="3790954" y="6344692"/>
            <a:ext cx="7461249" cy="133350"/>
          </a:xfrm>
        </p:spPr>
        <p:txBody>
          <a:bodyPr/>
          <a:lstStyle>
            <a:lvl1pPr algn="r">
              <a:defRPr sz="800" b="1">
                <a:solidFill>
                  <a:schemeClr val="accent2"/>
                </a:solidFill>
              </a:defRPr>
            </a:lvl1pPr>
          </a:lstStyle>
          <a:p>
            <a:pPr>
              <a:lnSpc>
                <a:spcPct val="100000"/>
              </a:lnSpc>
            </a:pPr>
            <a:r>
              <a:rPr lang="it-IT" dirty="0"/>
              <a:t>Titolo della relazione</a:t>
            </a:r>
          </a:p>
        </p:txBody>
      </p:sp>
      <p:sp>
        <p:nvSpPr>
          <p:cNvPr id="8" name="Segnaposto testo 4"/>
          <p:cNvSpPr>
            <a:spLocks noGrp="1"/>
          </p:cNvSpPr>
          <p:nvPr>
            <p:ph type="body" sz="quarter" idx="11" hasCustomPrompt="1"/>
          </p:nvPr>
        </p:nvSpPr>
        <p:spPr>
          <a:xfrm>
            <a:off x="3790954" y="6450538"/>
            <a:ext cx="7461249" cy="130175"/>
          </a:xfrm>
        </p:spPr>
        <p:txBody>
          <a:bodyPr/>
          <a:lstStyle>
            <a:lvl1pPr algn="r">
              <a:defRPr sz="800">
                <a:solidFill>
                  <a:schemeClr val="accent3"/>
                </a:solidFill>
              </a:defRPr>
            </a:lvl1pPr>
          </a:lstStyle>
          <a:p>
            <a:pPr lvl="0"/>
            <a:r>
              <a:rPr lang="it-IT" dirty="0"/>
              <a:t>Nome del Relatore, Nome Struttura</a:t>
            </a:r>
          </a:p>
        </p:txBody>
      </p:sp>
    </p:spTree>
    <p:extLst>
      <p:ext uri="{BB962C8B-B14F-4D97-AF65-F5344CB8AC3E}">
        <p14:creationId xmlns:p14="http://schemas.microsoft.com/office/powerpoint/2010/main" val="223769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magine con Bordi">
    <p:spTree>
      <p:nvGrpSpPr>
        <p:cNvPr id="1" name=""/>
        <p:cNvGrpSpPr/>
        <p:nvPr/>
      </p:nvGrpSpPr>
      <p:grpSpPr>
        <a:xfrm>
          <a:off x="0" y="0"/>
          <a:ext cx="0" cy="0"/>
          <a:chOff x="0" y="0"/>
          <a:chExt cx="0" cy="0"/>
        </a:xfrm>
      </p:grpSpPr>
      <p:sp>
        <p:nvSpPr>
          <p:cNvPr id="5" name="Segnaposto immagine 2"/>
          <p:cNvSpPr>
            <a:spLocks noGrp="1"/>
          </p:cNvSpPr>
          <p:nvPr>
            <p:ph type="pic" sz="quarter" idx="12"/>
          </p:nvPr>
        </p:nvSpPr>
        <p:spPr>
          <a:xfrm>
            <a:off x="470400" y="332656"/>
            <a:ext cx="11280000" cy="5780144"/>
          </a:xfrm>
          <a:solidFill>
            <a:schemeClr val="bg1">
              <a:lumMod val="85000"/>
            </a:schemeClr>
          </a:solidFill>
        </p:spPr>
        <p:txBody>
          <a:bodyPr/>
          <a:lstStyle>
            <a:lvl1pPr>
              <a:defRPr i="0">
                <a:solidFill>
                  <a:schemeClr val="tx1"/>
                </a:solidFill>
              </a:defRPr>
            </a:lvl1pPr>
          </a:lstStyle>
          <a:p>
            <a:pPr lvl="0"/>
            <a:r>
              <a:rPr lang="it-IT" noProof="0"/>
              <a:t>Fare clic sull'icona per inserire un'immagine</a:t>
            </a:r>
            <a:endParaRPr lang="it-IT" noProof="0" dirty="0"/>
          </a:p>
        </p:txBody>
      </p:sp>
      <p:sp>
        <p:nvSpPr>
          <p:cNvPr id="6" name="Segnaposto testo 9"/>
          <p:cNvSpPr>
            <a:spLocks noGrp="1"/>
          </p:cNvSpPr>
          <p:nvPr>
            <p:ph type="body" sz="quarter" idx="13"/>
          </p:nvPr>
        </p:nvSpPr>
        <p:spPr>
          <a:xfrm>
            <a:off x="3407705" y="3429000"/>
            <a:ext cx="8342699" cy="1512168"/>
          </a:xfrm>
          <a:solidFill>
            <a:srgbClr val="003264">
              <a:alpha val="80000"/>
            </a:srgbClr>
          </a:solidFill>
        </p:spPr>
        <p:txBody>
          <a:bodyPr lIns="108000" tIns="46800" rIns="108000" bIns="46800" anchor="ctr"/>
          <a:lstStyle>
            <a:lvl1pPr marL="360000" indent="0">
              <a:lnSpc>
                <a:spcPct val="100000"/>
              </a:lnSpc>
              <a:spcBef>
                <a:spcPts val="0"/>
              </a:spcBef>
              <a:defRPr sz="2400" baseline="0">
                <a:solidFill>
                  <a:schemeClr val="bg1"/>
                </a:solidFill>
                <a:latin typeface="+mn-lt"/>
              </a:defRPr>
            </a:lvl1pPr>
          </a:lstStyle>
          <a:p>
            <a:pPr lvl="0"/>
            <a:r>
              <a:rPr lang="it-IT" noProof="0"/>
              <a:t>Fare clic per modificare stili del testo dello schema</a:t>
            </a:r>
          </a:p>
        </p:txBody>
      </p:sp>
      <p:sp>
        <p:nvSpPr>
          <p:cNvPr id="7" name="Segnaposto testo 2"/>
          <p:cNvSpPr>
            <a:spLocks noGrp="1"/>
          </p:cNvSpPr>
          <p:nvPr>
            <p:ph type="body" sz="quarter" idx="10" hasCustomPrompt="1"/>
          </p:nvPr>
        </p:nvSpPr>
        <p:spPr>
          <a:xfrm>
            <a:off x="3790954" y="6344692"/>
            <a:ext cx="7461249" cy="133350"/>
          </a:xfrm>
        </p:spPr>
        <p:txBody>
          <a:bodyPr/>
          <a:lstStyle>
            <a:lvl1pPr algn="r">
              <a:defRPr sz="800" b="1">
                <a:solidFill>
                  <a:schemeClr val="accent2"/>
                </a:solidFill>
              </a:defRPr>
            </a:lvl1pPr>
          </a:lstStyle>
          <a:p>
            <a:pPr>
              <a:lnSpc>
                <a:spcPct val="100000"/>
              </a:lnSpc>
            </a:pPr>
            <a:r>
              <a:rPr lang="it-IT" dirty="0"/>
              <a:t>Titolo della relazione</a:t>
            </a:r>
          </a:p>
        </p:txBody>
      </p:sp>
      <p:sp>
        <p:nvSpPr>
          <p:cNvPr id="8" name="Segnaposto testo 4"/>
          <p:cNvSpPr>
            <a:spLocks noGrp="1"/>
          </p:cNvSpPr>
          <p:nvPr>
            <p:ph type="body" sz="quarter" idx="11" hasCustomPrompt="1"/>
          </p:nvPr>
        </p:nvSpPr>
        <p:spPr>
          <a:xfrm>
            <a:off x="3790954" y="6450538"/>
            <a:ext cx="7461249" cy="130175"/>
          </a:xfrm>
        </p:spPr>
        <p:txBody>
          <a:bodyPr/>
          <a:lstStyle>
            <a:lvl1pPr algn="r">
              <a:defRPr sz="800">
                <a:solidFill>
                  <a:schemeClr val="accent3"/>
                </a:solidFill>
              </a:defRPr>
            </a:lvl1pPr>
          </a:lstStyle>
          <a:p>
            <a:pPr lvl="0"/>
            <a:r>
              <a:rPr lang="it-IT" dirty="0"/>
              <a:t>Nome del Relatore, Nome Struttura</a:t>
            </a:r>
          </a:p>
        </p:txBody>
      </p:sp>
    </p:spTree>
    <p:extLst>
      <p:ext uri="{BB962C8B-B14F-4D97-AF65-F5344CB8AC3E}">
        <p14:creationId xmlns:p14="http://schemas.microsoft.com/office/powerpoint/2010/main" val="11116522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magine al Vivo">
    <p:spTree>
      <p:nvGrpSpPr>
        <p:cNvPr id="1" name=""/>
        <p:cNvGrpSpPr/>
        <p:nvPr/>
      </p:nvGrpSpPr>
      <p:grpSpPr>
        <a:xfrm>
          <a:off x="0" y="0"/>
          <a:ext cx="0" cy="0"/>
          <a:chOff x="0" y="0"/>
          <a:chExt cx="0" cy="0"/>
        </a:xfrm>
      </p:grpSpPr>
      <p:sp>
        <p:nvSpPr>
          <p:cNvPr id="5" name="Segnaposto immagine 2"/>
          <p:cNvSpPr>
            <a:spLocks noGrp="1"/>
          </p:cNvSpPr>
          <p:nvPr>
            <p:ph type="pic" sz="quarter" idx="12"/>
          </p:nvPr>
        </p:nvSpPr>
        <p:spPr>
          <a:xfrm>
            <a:off x="0" y="0"/>
            <a:ext cx="12192000" cy="6858000"/>
          </a:xfrm>
        </p:spPr>
        <p:txBody>
          <a:bodyPr/>
          <a:lstStyle>
            <a:lvl1pPr>
              <a:defRPr>
                <a:solidFill>
                  <a:schemeClr val="tx1"/>
                </a:solidFill>
              </a:defRPr>
            </a:lvl1pPr>
          </a:lstStyle>
          <a:p>
            <a:pPr lvl="0"/>
            <a:r>
              <a:rPr lang="it-IT" noProof="0"/>
              <a:t>Fare clic sull'icona per inserire un'immagine</a:t>
            </a:r>
            <a:endParaRPr lang="it-IT" noProof="0" dirty="0"/>
          </a:p>
        </p:txBody>
      </p:sp>
      <p:sp>
        <p:nvSpPr>
          <p:cNvPr id="6" name="Segnaposto testo 9"/>
          <p:cNvSpPr>
            <a:spLocks noGrp="1"/>
          </p:cNvSpPr>
          <p:nvPr>
            <p:ph type="body" sz="quarter" idx="13"/>
          </p:nvPr>
        </p:nvSpPr>
        <p:spPr>
          <a:xfrm>
            <a:off x="3407705" y="3429000"/>
            <a:ext cx="8784299" cy="1512168"/>
          </a:xfrm>
          <a:solidFill>
            <a:srgbClr val="003264">
              <a:alpha val="80000"/>
            </a:srgbClr>
          </a:solidFill>
        </p:spPr>
        <p:txBody>
          <a:bodyPr lIns="108000" tIns="46800" rIns="108000" bIns="46800" anchor="ctr"/>
          <a:lstStyle>
            <a:lvl1pPr marL="360000" indent="0">
              <a:lnSpc>
                <a:spcPct val="100000"/>
              </a:lnSpc>
              <a:spcBef>
                <a:spcPts val="0"/>
              </a:spcBef>
              <a:defRPr sz="2400" baseline="0">
                <a:solidFill>
                  <a:schemeClr val="bg1"/>
                </a:solidFill>
                <a:latin typeface="+mn-lt"/>
              </a:defRPr>
            </a:lvl1pPr>
          </a:lstStyle>
          <a:p>
            <a:pPr lvl="0"/>
            <a:r>
              <a:rPr lang="it-IT" noProof="0"/>
              <a:t>Fare clic per modificare stili del testo dello schema</a:t>
            </a:r>
          </a:p>
        </p:txBody>
      </p:sp>
      <p:sp>
        <p:nvSpPr>
          <p:cNvPr id="4" name="Segnaposto testo 2"/>
          <p:cNvSpPr>
            <a:spLocks noGrp="1"/>
          </p:cNvSpPr>
          <p:nvPr>
            <p:ph type="body" sz="quarter" idx="10" hasCustomPrompt="1"/>
          </p:nvPr>
        </p:nvSpPr>
        <p:spPr>
          <a:xfrm>
            <a:off x="3790954" y="6344692"/>
            <a:ext cx="7461249" cy="133350"/>
          </a:xfrm>
        </p:spPr>
        <p:txBody>
          <a:bodyPr/>
          <a:lstStyle>
            <a:lvl1pPr algn="r">
              <a:defRPr sz="800" b="1">
                <a:solidFill>
                  <a:schemeClr val="accent2"/>
                </a:solidFill>
              </a:defRPr>
            </a:lvl1pPr>
          </a:lstStyle>
          <a:p>
            <a:pPr>
              <a:lnSpc>
                <a:spcPct val="100000"/>
              </a:lnSpc>
            </a:pPr>
            <a:r>
              <a:rPr lang="it-IT" dirty="0"/>
              <a:t>Titolo della relazione</a:t>
            </a:r>
          </a:p>
        </p:txBody>
      </p:sp>
      <p:sp>
        <p:nvSpPr>
          <p:cNvPr id="7" name="Segnaposto testo 4"/>
          <p:cNvSpPr>
            <a:spLocks noGrp="1"/>
          </p:cNvSpPr>
          <p:nvPr>
            <p:ph type="body" sz="quarter" idx="11" hasCustomPrompt="1"/>
          </p:nvPr>
        </p:nvSpPr>
        <p:spPr>
          <a:xfrm>
            <a:off x="3790954" y="6450538"/>
            <a:ext cx="7461249" cy="130175"/>
          </a:xfrm>
        </p:spPr>
        <p:txBody>
          <a:bodyPr/>
          <a:lstStyle>
            <a:lvl1pPr algn="r">
              <a:defRPr sz="800">
                <a:solidFill>
                  <a:schemeClr val="accent3"/>
                </a:solidFill>
              </a:defRPr>
            </a:lvl1pPr>
          </a:lstStyle>
          <a:p>
            <a:pPr lvl="0"/>
            <a:r>
              <a:rPr lang="it-IT" dirty="0"/>
              <a:t>Nome del Relatore, Nome Struttura</a:t>
            </a:r>
          </a:p>
        </p:txBody>
      </p:sp>
    </p:spTree>
    <p:extLst>
      <p:ext uri="{BB962C8B-B14F-4D97-AF65-F5344CB8AC3E}">
        <p14:creationId xmlns:p14="http://schemas.microsoft.com/office/powerpoint/2010/main" val="35965056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Immagine al Vivo">
    <p:spTree>
      <p:nvGrpSpPr>
        <p:cNvPr id="1" name=""/>
        <p:cNvGrpSpPr/>
        <p:nvPr/>
      </p:nvGrpSpPr>
      <p:grpSpPr>
        <a:xfrm>
          <a:off x="0" y="0"/>
          <a:ext cx="0" cy="0"/>
          <a:chOff x="0" y="0"/>
          <a:chExt cx="0" cy="0"/>
        </a:xfrm>
      </p:grpSpPr>
      <p:sp>
        <p:nvSpPr>
          <p:cNvPr id="5" name="Segnaposto immagine 2"/>
          <p:cNvSpPr>
            <a:spLocks noGrp="1"/>
          </p:cNvSpPr>
          <p:nvPr>
            <p:ph type="pic" sz="quarter" idx="12"/>
          </p:nvPr>
        </p:nvSpPr>
        <p:spPr>
          <a:xfrm>
            <a:off x="0" y="0"/>
            <a:ext cx="12192000" cy="6858000"/>
          </a:xfrm>
        </p:spPr>
        <p:txBody>
          <a:bodyPr/>
          <a:lstStyle>
            <a:lvl1pPr>
              <a:defRPr>
                <a:solidFill>
                  <a:schemeClr val="tx1"/>
                </a:solidFill>
              </a:defRPr>
            </a:lvl1pPr>
          </a:lstStyle>
          <a:p>
            <a:pPr lvl="0"/>
            <a:r>
              <a:rPr lang="it-IT" noProof="0"/>
              <a:t>Fare clic sull'icona per inserire un'immagine</a:t>
            </a:r>
            <a:endParaRPr lang="it-IT" noProof="0" dirty="0"/>
          </a:p>
        </p:txBody>
      </p:sp>
      <p:sp>
        <p:nvSpPr>
          <p:cNvPr id="6" name="Segnaposto testo 9"/>
          <p:cNvSpPr>
            <a:spLocks noGrp="1"/>
          </p:cNvSpPr>
          <p:nvPr>
            <p:ph type="body" sz="quarter" idx="13" hasCustomPrompt="1"/>
          </p:nvPr>
        </p:nvSpPr>
        <p:spPr>
          <a:xfrm>
            <a:off x="3407705" y="3429000"/>
            <a:ext cx="8784299" cy="1512168"/>
          </a:xfrm>
          <a:solidFill>
            <a:srgbClr val="003264">
              <a:alpha val="80000"/>
            </a:srgbClr>
          </a:solidFill>
        </p:spPr>
        <p:txBody>
          <a:bodyPr lIns="108000" tIns="46800" rIns="108000" bIns="46800" anchor="ctr"/>
          <a:lstStyle>
            <a:lvl1pPr marL="360000" indent="0">
              <a:lnSpc>
                <a:spcPct val="100000"/>
              </a:lnSpc>
              <a:spcBef>
                <a:spcPts val="0"/>
              </a:spcBef>
              <a:defRPr sz="3600" baseline="0">
                <a:solidFill>
                  <a:schemeClr val="bg1"/>
                </a:solidFill>
                <a:latin typeface="+mj-lt"/>
              </a:defRPr>
            </a:lvl1pPr>
          </a:lstStyle>
          <a:p>
            <a:pPr lvl="0"/>
            <a:r>
              <a:rPr lang="it-IT" noProof="0" dirty="0"/>
              <a:t>Grazie</a:t>
            </a:r>
          </a:p>
        </p:txBody>
      </p:sp>
      <p:sp>
        <p:nvSpPr>
          <p:cNvPr id="4" name="Segnaposto testo 2"/>
          <p:cNvSpPr>
            <a:spLocks noGrp="1"/>
          </p:cNvSpPr>
          <p:nvPr>
            <p:ph type="body" sz="quarter" idx="10" hasCustomPrompt="1"/>
          </p:nvPr>
        </p:nvSpPr>
        <p:spPr>
          <a:xfrm>
            <a:off x="3790954" y="6344692"/>
            <a:ext cx="7461249" cy="133350"/>
          </a:xfrm>
        </p:spPr>
        <p:txBody>
          <a:bodyPr/>
          <a:lstStyle>
            <a:lvl1pPr algn="r">
              <a:defRPr sz="800" b="1">
                <a:solidFill>
                  <a:schemeClr val="accent2"/>
                </a:solidFill>
              </a:defRPr>
            </a:lvl1pPr>
          </a:lstStyle>
          <a:p>
            <a:pPr>
              <a:lnSpc>
                <a:spcPct val="100000"/>
              </a:lnSpc>
            </a:pPr>
            <a:r>
              <a:rPr lang="it-IT" dirty="0"/>
              <a:t>Titolo della relazione</a:t>
            </a:r>
          </a:p>
        </p:txBody>
      </p:sp>
      <p:sp>
        <p:nvSpPr>
          <p:cNvPr id="7" name="Segnaposto testo 4"/>
          <p:cNvSpPr>
            <a:spLocks noGrp="1"/>
          </p:cNvSpPr>
          <p:nvPr>
            <p:ph type="body" sz="quarter" idx="11" hasCustomPrompt="1"/>
          </p:nvPr>
        </p:nvSpPr>
        <p:spPr>
          <a:xfrm>
            <a:off x="3790954" y="6450538"/>
            <a:ext cx="7461249" cy="130175"/>
          </a:xfrm>
        </p:spPr>
        <p:txBody>
          <a:bodyPr/>
          <a:lstStyle>
            <a:lvl1pPr algn="r">
              <a:defRPr sz="800">
                <a:solidFill>
                  <a:schemeClr val="accent3"/>
                </a:solidFill>
              </a:defRPr>
            </a:lvl1pPr>
          </a:lstStyle>
          <a:p>
            <a:pPr lvl="0"/>
            <a:r>
              <a:rPr lang="it-IT" dirty="0"/>
              <a:t>Nome del Relatore, Nome Struttura</a:t>
            </a:r>
          </a:p>
        </p:txBody>
      </p:sp>
    </p:spTree>
    <p:extLst>
      <p:ext uri="{BB962C8B-B14F-4D97-AF65-F5344CB8AC3E}">
        <p14:creationId xmlns:p14="http://schemas.microsoft.com/office/powerpoint/2010/main" val="32642748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ver 3">
    <p:spTree>
      <p:nvGrpSpPr>
        <p:cNvPr id="1" name=""/>
        <p:cNvGrpSpPr/>
        <p:nvPr/>
      </p:nvGrpSpPr>
      <p:grpSpPr>
        <a:xfrm>
          <a:off x="0" y="0"/>
          <a:ext cx="0" cy="0"/>
          <a:chOff x="0" y="0"/>
          <a:chExt cx="0" cy="0"/>
        </a:xfrm>
      </p:grpSpPr>
      <p:sp>
        <p:nvSpPr>
          <p:cNvPr id="10" name="Segnaposto testo 14"/>
          <p:cNvSpPr>
            <a:spLocks noGrp="1"/>
          </p:cNvSpPr>
          <p:nvPr>
            <p:ph type="body" sz="quarter" idx="11"/>
          </p:nvPr>
        </p:nvSpPr>
        <p:spPr>
          <a:xfrm>
            <a:off x="4751852" y="1039660"/>
            <a:ext cx="6621000" cy="190972"/>
          </a:xfrm>
          <a:prstGeom prst="rect">
            <a:avLst/>
          </a:prstGeom>
        </p:spPr>
        <p:txBody>
          <a:bodyPr vert="horz" lIns="0" tIns="0" rIns="0" bIns="0"/>
          <a:lstStyle>
            <a:lvl1pPr marL="0" indent="0">
              <a:buNone/>
              <a:defRPr sz="1200" b="1" i="0" baseline="0">
                <a:solidFill>
                  <a:srgbClr val="004691"/>
                </a:solidFill>
                <a:latin typeface="TIM Sans" panose="00000500000000000000" pitchFamily="50" charset="0"/>
                <a:cs typeface="Arial" panose="020B0604020202020204" pitchFamily="34" charset="0"/>
              </a:defRPr>
            </a:lvl1pPr>
            <a:lvl2pPr>
              <a:defRPr sz="1400" b="1" i="0" baseline="0">
                <a:solidFill>
                  <a:schemeClr val="accent3"/>
                </a:solidFill>
                <a:latin typeface=""/>
              </a:defRPr>
            </a:lvl2pPr>
            <a:lvl3pPr>
              <a:defRPr sz="1400" b="1" i="0" baseline="0">
                <a:solidFill>
                  <a:schemeClr val="accent3"/>
                </a:solidFill>
                <a:latin typeface=""/>
              </a:defRPr>
            </a:lvl3pPr>
            <a:lvl4pPr>
              <a:defRPr sz="1400" b="1" i="0" baseline="0">
                <a:solidFill>
                  <a:schemeClr val="accent3"/>
                </a:solidFill>
                <a:latin typeface=""/>
              </a:defRPr>
            </a:lvl4pPr>
            <a:lvl5pPr>
              <a:defRPr sz="1400" b="1" i="0" baseline="0">
                <a:solidFill>
                  <a:schemeClr val="accent3"/>
                </a:solidFill>
                <a:latin typeface=""/>
              </a:defRPr>
            </a:lvl5pPr>
          </a:lstStyle>
          <a:p>
            <a:pPr lvl="0"/>
            <a:r>
              <a:rPr lang="it-IT" dirty="0"/>
              <a:t>Fare clic per modificare stili del testo dello schema</a:t>
            </a:r>
          </a:p>
        </p:txBody>
      </p:sp>
      <p:sp>
        <p:nvSpPr>
          <p:cNvPr id="12" name="Titolo 12"/>
          <p:cNvSpPr>
            <a:spLocks noGrp="1"/>
          </p:cNvSpPr>
          <p:nvPr>
            <p:ph type="title"/>
          </p:nvPr>
        </p:nvSpPr>
        <p:spPr>
          <a:xfrm>
            <a:off x="4751852" y="2392476"/>
            <a:ext cx="6621000" cy="507773"/>
          </a:xfrm>
          <a:prstGeom prst="rect">
            <a:avLst/>
          </a:prstGeom>
        </p:spPr>
        <p:txBody>
          <a:bodyPr vert="horz" lIns="0" tIns="0" rIns="0" bIns="0" anchor="b" anchorCtr="0"/>
          <a:lstStyle>
            <a:lvl1pPr marL="0" marR="0" indent="0" algn="l" defTabSz="457200" rtl="0" eaLnBrk="1" fontAlgn="auto" latinLnBrk="0" hangingPunct="1">
              <a:lnSpc>
                <a:spcPct val="100000"/>
              </a:lnSpc>
              <a:spcBef>
                <a:spcPct val="0"/>
              </a:spcBef>
              <a:spcAft>
                <a:spcPts val="0"/>
              </a:spcAft>
              <a:buClrTx/>
              <a:buSzTx/>
              <a:buFontTx/>
              <a:buNone/>
              <a:tabLst/>
              <a:defRPr sz="2400" baseline="0">
                <a:solidFill>
                  <a:schemeClr val="accent2"/>
                </a:solidFill>
                <a:latin typeface="TIM Sans Heavy" panose="00000A00000000000000" pitchFamily="50" charset="0"/>
              </a:defRPr>
            </a:lvl1pPr>
          </a:lstStyle>
          <a:p>
            <a:r>
              <a:rPr lang="it-IT" dirty="0"/>
              <a:t>Fare clic per modificare lo stile del titolo</a:t>
            </a:r>
          </a:p>
        </p:txBody>
      </p:sp>
      <p:sp>
        <p:nvSpPr>
          <p:cNvPr id="13" name="Segnaposto testo 14"/>
          <p:cNvSpPr>
            <a:spLocks noGrp="1"/>
          </p:cNvSpPr>
          <p:nvPr>
            <p:ph type="body" sz="quarter" idx="10"/>
          </p:nvPr>
        </p:nvSpPr>
        <p:spPr>
          <a:xfrm>
            <a:off x="4751854" y="2918564"/>
            <a:ext cx="6605081" cy="307416"/>
          </a:xfrm>
          <a:prstGeom prst="rect">
            <a:avLst/>
          </a:prstGeom>
        </p:spPr>
        <p:txBody>
          <a:bodyPr vert="horz" lIns="0" tIns="0" rIns="0" bIns="0"/>
          <a:lstStyle>
            <a:lvl1pPr marL="0" indent="0">
              <a:buNone/>
              <a:defRPr sz="1400" b="0" i="0" baseline="0">
                <a:solidFill>
                  <a:schemeClr val="tx2"/>
                </a:solidFill>
                <a:latin typeface="TIM Sans" panose="00000500000000000000" pitchFamily="50" charset="0"/>
                <a:cs typeface="Arial" panose="020B0604020202020204" pitchFamily="34" charset="0"/>
              </a:defRPr>
            </a:lvl1pPr>
            <a:lvl2pPr>
              <a:defRPr sz="1400" b="1" i="0" baseline="0">
                <a:solidFill>
                  <a:schemeClr val="accent3"/>
                </a:solidFill>
                <a:latin typeface=""/>
              </a:defRPr>
            </a:lvl2pPr>
            <a:lvl3pPr>
              <a:defRPr sz="1400" b="1" i="0" baseline="0">
                <a:solidFill>
                  <a:schemeClr val="accent3"/>
                </a:solidFill>
                <a:latin typeface=""/>
              </a:defRPr>
            </a:lvl3pPr>
            <a:lvl4pPr>
              <a:defRPr sz="1400" b="1" i="0" baseline="0">
                <a:solidFill>
                  <a:schemeClr val="accent3"/>
                </a:solidFill>
                <a:latin typeface=""/>
              </a:defRPr>
            </a:lvl4pPr>
            <a:lvl5pPr>
              <a:defRPr sz="1400" b="1" i="0" baseline="0">
                <a:solidFill>
                  <a:schemeClr val="accent3"/>
                </a:solidFill>
                <a:latin typeface=""/>
              </a:defRPr>
            </a:lvl5pPr>
          </a:lstStyle>
          <a:p>
            <a:pPr lvl="0"/>
            <a:r>
              <a:rPr lang="it-IT" dirty="0"/>
              <a:t>Fare clic per modificare stili del testo dello schema</a:t>
            </a:r>
          </a:p>
        </p:txBody>
      </p:sp>
      <p:sp>
        <p:nvSpPr>
          <p:cNvPr id="14" name="Segnaposto testo 20"/>
          <p:cNvSpPr>
            <a:spLocks noGrp="1"/>
          </p:cNvSpPr>
          <p:nvPr>
            <p:ph type="body" sz="quarter" idx="14"/>
          </p:nvPr>
        </p:nvSpPr>
        <p:spPr>
          <a:xfrm>
            <a:off x="4751852" y="1271073"/>
            <a:ext cx="6621000" cy="247595"/>
          </a:xfrm>
          <a:prstGeom prst="rect">
            <a:avLst/>
          </a:prstGeom>
        </p:spPr>
        <p:txBody>
          <a:bodyPr vert="horz" lIns="0" tIns="0" rIns="0" bIns="0"/>
          <a:lstStyle>
            <a:lvl1pPr marL="0" indent="0">
              <a:buNone/>
              <a:defRPr sz="1200" baseline="0">
                <a:solidFill>
                  <a:srgbClr val="004691"/>
                </a:solidFill>
                <a:latin typeface="TIM Sans" panose="00000500000000000000" pitchFamily="50" charset="0"/>
              </a:defRPr>
            </a:lvl1pPr>
            <a:lvl2pPr>
              <a:defRPr sz="1400">
                <a:solidFill>
                  <a:schemeClr val="accent1"/>
                </a:solidFill>
                <a:latin typeface="Franklin Gothic Medium"/>
              </a:defRPr>
            </a:lvl2pPr>
            <a:lvl3pPr>
              <a:defRPr sz="1400">
                <a:solidFill>
                  <a:schemeClr val="accent1"/>
                </a:solidFill>
                <a:latin typeface="Franklin Gothic Medium"/>
              </a:defRPr>
            </a:lvl3pPr>
            <a:lvl4pPr>
              <a:defRPr sz="1400">
                <a:solidFill>
                  <a:schemeClr val="accent1"/>
                </a:solidFill>
                <a:latin typeface="Franklin Gothic Medium"/>
              </a:defRPr>
            </a:lvl4pPr>
            <a:lvl5pPr>
              <a:defRPr sz="1400">
                <a:solidFill>
                  <a:schemeClr val="accent1"/>
                </a:solidFill>
                <a:latin typeface="Franklin Gothic Medium"/>
              </a:defRPr>
            </a:lvl5pPr>
          </a:lstStyle>
          <a:p>
            <a:pPr lvl="0"/>
            <a:r>
              <a:rPr lang="it-IT" dirty="0"/>
              <a:t>Fare clic per modificare stili del testo dello schema</a:t>
            </a:r>
          </a:p>
        </p:txBody>
      </p:sp>
      <p:sp>
        <p:nvSpPr>
          <p:cNvPr id="15" name="Segnaposto testo 20"/>
          <p:cNvSpPr>
            <a:spLocks noGrp="1"/>
          </p:cNvSpPr>
          <p:nvPr>
            <p:ph type="body" sz="quarter" idx="15"/>
          </p:nvPr>
        </p:nvSpPr>
        <p:spPr>
          <a:xfrm>
            <a:off x="4751852" y="1559105"/>
            <a:ext cx="6621000" cy="247595"/>
          </a:xfrm>
          <a:prstGeom prst="rect">
            <a:avLst/>
          </a:prstGeom>
        </p:spPr>
        <p:txBody>
          <a:bodyPr vert="horz" lIns="0" tIns="0" rIns="0" bIns="0"/>
          <a:lstStyle>
            <a:lvl1pPr marL="0" indent="0">
              <a:buNone/>
              <a:defRPr sz="1000" baseline="0">
                <a:solidFill>
                  <a:srgbClr val="004691"/>
                </a:solidFill>
                <a:latin typeface="TIM Sans" panose="00000500000000000000" pitchFamily="50" charset="0"/>
              </a:defRPr>
            </a:lvl1pPr>
            <a:lvl2pPr>
              <a:defRPr sz="1400">
                <a:solidFill>
                  <a:schemeClr val="accent1"/>
                </a:solidFill>
                <a:latin typeface="Franklin Gothic Medium"/>
              </a:defRPr>
            </a:lvl2pPr>
            <a:lvl3pPr>
              <a:defRPr sz="1400">
                <a:solidFill>
                  <a:schemeClr val="accent1"/>
                </a:solidFill>
                <a:latin typeface="Franklin Gothic Medium"/>
              </a:defRPr>
            </a:lvl3pPr>
            <a:lvl4pPr>
              <a:defRPr sz="1400">
                <a:solidFill>
                  <a:schemeClr val="accent1"/>
                </a:solidFill>
                <a:latin typeface="Franklin Gothic Medium"/>
              </a:defRPr>
            </a:lvl4pPr>
            <a:lvl5pPr>
              <a:defRPr sz="1400">
                <a:solidFill>
                  <a:schemeClr val="accent1"/>
                </a:solidFill>
                <a:latin typeface="Franklin Gothic Medium"/>
              </a:defRPr>
            </a:lvl5pPr>
          </a:lstStyle>
          <a:p>
            <a:pPr lvl="0"/>
            <a:r>
              <a:rPr lang="it-IT" dirty="0"/>
              <a:t>Fare clic per modificare stili del testo dello schema</a:t>
            </a:r>
          </a:p>
        </p:txBody>
      </p:sp>
      <p:sp>
        <p:nvSpPr>
          <p:cNvPr id="16" name="Segnaposto testo 23"/>
          <p:cNvSpPr>
            <a:spLocks noGrp="1"/>
          </p:cNvSpPr>
          <p:nvPr>
            <p:ph type="body" sz="quarter" idx="16"/>
          </p:nvPr>
        </p:nvSpPr>
        <p:spPr>
          <a:xfrm>
            <a:off x="4751853" y="4905146"/>
            <a:ext cx="5855947" cy="179997"/>
          </a:xfrm>
          <a:prstGeom prst="rect">
            <a:avLst/>
          </a:prstGeom>
        </p:spPr>
        <p:txBody>
          <a:bodyPr vert="horz" lIns="0" tIns="0" rIns="0" bIns="0" anchor="ctr" anchorCtr="0"/>
          <a:lstStyle>
            <a:lvl1pPr marL="0" indent="0">
              <a:buNone/>
              <a:defRPr sz="1000" baseline="0">
                <a:solidFill>
                  <a:srgbClr val="004691"/>
                </a:solidFill>
                <a:latin typeface="TIM Sans" panose="00000500000000000000" pitchFamily="50" charset="0"/>
              </a:defRPr>
            </a:lvl1pPr>
            <a:lvl2pPr>
              <a:defRPr sz="800" baseline="0">
                <a:solidFill>
                  <a:schemeClr val="accent1"/>
                </a:solidFill>
                <a:latin typeface="Arial"/>
              </a:defRPr>
            </a:lvl2pPr>
            <a:lvl3pPr>
              <a:defRPr sz="800" baseline="0">
                <a:solidFill>
                  <a:schemeClr val="accent1"/>
                </a:solidFill>
                <a:latin typeface="Arial"/>
              </a:defRPr>
            </a:lvl3pPr>
            <a:lvl4pPr>
              <a:defRPr sz="800" baseline="0">
                <a:solidFill>
                  <a:schemeClr val="accent1"/>
                </a:solidFill>
                <a:latin typeface="Arial"/>
              </a:defRPr>
            </a:lvl4pPr>
            <a:lvl5pPr>
              <a:defRPr sz="800" baseline="0">
                <a:solidFill>
                  <a:schemeClr val="accent1"/>
                </a:solidFill>
                <a:latin typeface="Arial"/>
              </a:defRPr>
            </a:lvl5pPr>
          </a:lstStyle>
          <a:p>
            <a:pPr lvl="0"/>
            <a:r>
              <a:rPr lang="it-IT" dirty="0"/>
              <a:t>Fare clic per modificare stili del testo dello schema</a:t>
            </a:r>
          </a:p>
        </p:txBody>
      </p:sp>
      <p:sp>
        <p:nvSpPr>
          <p:cNvPr id="22" name="Segnaposto testo 23"/>
          <p:cNvSpPr>
            <a:spLocks noGrp="1"/>
          </p:cNvSpPr>
          <p:nvPr>
            <p:ph type="body" sz="quarter" idx="17"/>
          </p:nvPr>
        </p:nvSpPr>
        <p:spPr>
          <a:xfrm>
            <a:off x="4751853" y="4725149"/>
            <a:ext cx="5855947" cy="179997"/>
          </a:xfrm>
          <a:prstGeom prst="rect">
            <a:avLst/>
          </a:prstGeom>
        </p:spPr>
        <p:txBody>
          <a:bodyPr vert="horz" lIns="0" tIns="0" bIns="0" anchor="ctr" anchorCtr="0"/>
          <a:lstStyle>
            <a:lvl1pPr marL="0" indent="0">
              <a:buNone/>
              <a:defRPr sz="1000" baseline="0">
                <a:solidFill>
                  <a:srgbClr val="004691"/>
                </a:solidFill>
                <a:latin typeface="TIM Sans" panose="00000500000000000000" pitchFamily="50" charset="0"/>
              </a:defRPr>
            </a:lvl1pPr>
            <a:lvl2pPr>
              <a:defRPr sz="800" baseline="0">
                <a:solidFill>
                  <a:schemeClr val="accent1"/>
                </a:solidFill>
                <a:latin typeface="Arial"/>
              </a:defRPr>
            </a:lvl2pPr>
            <a:lvl3pPr>
              <a:defRPr sz="800" baseline="0">
                <a:solidFill>
                  <a:schemeClr val="accent1"/>
                </a:solidFill>
                <a:latin typeface="Arial"/>
              </a:defRPr>
            </a:lvl3pPr>
            <a:lvl4pPr>
              <a:defRPr sz="800" baseline="0">
                <a:solidFill>
                  <a:schemeClr val="accent1"/>
                </a:solidFill>
                <a:latin typeface="Arial"/>
              </a:defRPr>
            </a:lvl4pPr>
            <a:lvl5pPr>
              <a:defRPr sz="800" baseline="0">
                <a:solidFill>
                  <a:schemeClr val="accent1"/>
                </a:solidFill>
                <a:latin typeface="Arial"/>
              </a:defRPr>
            </a:lvl5pPr>
          </a:lstStyle>
          <a:p>
            <a:pPr lvl="0"/>
            <a:r>
              <a:rPr lang="it-IT" dirty="0"/>
              <a:t>Fare clic per modificare stili del testo dello schema</a:t>
            </a:r>
          </a:p>
        </p:txBody>
      </p:sp>
    </p:spTree>
    <p:extLst>
      <p:ext uri="{BB962C8B-B14F-4D97-AF65-F5344CB8AC3E}">
        <p14:creationId xmlns:p14="http://schemas.microsoft.com/office/powerpoint/2010/main" val="36955232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ítulo e conteúdo">
    <p:spTree>
      <p:nvGrpSpPr>
        <p:cNvPr id="1" name=""/>
        <p:cNvGrpSpPr/>
        <p:nvPr/>
      </p:nvGrpSpPr>
      <p:grpSpPr>
        <a:xfrm>
          <a:off x="0" y="0"/>
          <a:ext cx="0" cy="0"/>
          <a:chOff x="0" y="0"/>
          <a:chExt cx="0" cy="0"/>
        </a:xfrm>
      </p:grpSpPr>
      <p:pic>
        <p:nvPicPr>
          <p:cNvPr id="3" name="Image 2"/>
          <p:cNvPicPr>
            <a:picLocks noChangeAspect="1"/>
          </p:cNvPicPr>
          <p:nvPr/>
        </p:nvPicPr>
        <p:blipFill>
          <a:blip cstate="print"/>
          <a:stretch>
            <a:fillRect/>
          </a:stretch>
        </p:blipFill>
        <p:spPr>
          <a:xfrm>
            <a:off x="1588" y="1588"/>
            <a:ext cx="1587" cy="1587"/>
          </a:xfrm>
          <a:prstGeom prst="rect">
            <a:avLst/>
          </a:prstGeom>
        </p:spPr>
      </p:pic>
      <p:sp>
        <p:nvSpPr>
          <p:cNvPr id="2" name="Título 1"/>
          <p:cNvSpPr>
            <a:spLocks noGrp="1"/>
          </p:cNvSpPr>
          <p:nvPr>
            <p:ph type="title"/>
          </p:nvPr>
        </p:nvSpPr>
        <p:spPr>
          <a:xfrm>
            <a:off x="620185" y="293689"/>
            <a:ext cx="9482667" cy="434975"/>
          </a:xfrm>
          <a:prstGeom prst="rect">
            <a:avLst/>
          </a:prstGeom>
        </p:spPr>
        <p:txBody>
          <a:bodyPr/>
          <a:lstStyle>
            <a:lvl1pPr>
              <a:defRPr>
                <a:latin typeface="+mn-lt"/>
              </a:defRPr>
            </a:lvl1pPr>
          </a:lstStyle>
          <a:p>
            <a:r>
              <a:rPr lang="pt-BR" dirty="0"/>
              <a:t>Clique para editar o estilo do título mestre</a:t>
            </a:r>
          </a:p>
        </p:txBody>
      </p:sp>
    </p:spTree>
    <p:extLst>
      <p:ext uri="{BB962C8B-B14F-4D97-AF65-F5344CB8AC3E}">
        <p14:creationId xmlns:p14="http://schemas.microsoft.com/office/powerpoint/2010/main" val="23638024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4 Placeholders - c/Cabeçalhos">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7" name="Text Placeholder 4"/>
          <p:cNvSpPr>
            <a:spLocks noGrp="1"/>
          </p:cNvSpPr>
          <p:nvPr>
            <p:ph type="body" sz="quarter" idx="25"/>
          </p:nvPr>
        </p:nvSpPr>
        <p:spPr>
          <a:xfrm>
            <a:off x="334434" y="764895"/>
            <a:ext cx="11521017" cy="349521"/>
          </a:xfrm>
          <a:prstGeom prst="rect">
            <a:avLst/>
          </a:prstGeom>
          <a:noFill/>
          <a:effectLst/>
        </p:spPr>
        <p:txBody>
          <a:bodyPr lIns="0" tIns="0" rIns="0" bIns="0">
            <a:noAutofit/>
          </a:bodyPr>
          <a:lstStyle>
            <a:lvl1pPr>
              <a:lnSpc>
                <a:spcPts val="1300"/>
              </a:lnSpc>
              <a:spcBef>
                <a:spcPts val="0"/>
              </a:spcBef>
              <a:spcAft>
                <a:spcPts val="0"/>
              </a:spcAft>
              <a:defRPr sz="1200" b="1" i="1">
                <a:solidFill>
                  <a:schemeClr val="accent2"/>
                </a:solidFill>
                <a:latin typeface="+mn-lt"/>
              </a:defRPr>
            </a:lvl1pPr>
          </a:lstStyle>
          <a:p>
            <a:pPr lvl="0"/>
            <a:r>
              <a:rPr lang="en-US"/>
              <a:t>Click to edit Master text styles</a:t>
            </a:r>
          </a:p>
        </p:txBody>
      </p:sp>
      <p:sp>
        <p:nvSpPr>
          <p:cNvPr id="28" name="Text Placeholder 23"/>
          <p:cNvSpPr>
            <a:spLocks noGrp="1"/>
          </p:cNvSpPr>
          <p:nvPr>
            <p:ph type="body" sz="quarter" idx="31"/>
          </p:nvPr>
        </p:nvSpPr>
        <p:spPr>
          <a:xfrm>
            <a:off x="334433" y="1423568"/>
            <a:ext cx="5568952" cy="1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8000" rIns="0" bIns="18000" numCol="1" anchor="t" anchorCtr="0" compatLnSpc="1">
            <a:prstTxWarp prst="textNoShape">
              <a:avLst/>
            </a:prstTxWarp>
            <a:spAutoFit/>
          </a:bodyPr>
          <a:lstStyle>
            <a:lvl1pPr>
              <a:defRPr lang="en-US" sz="700" b="1" i="1" kern="1200" dirty="0" smtClean="0">
                <a:solidFill>
                  <a:schemeClr val="accent2"/>
                </a:solidFill>
                <a:effectLst/>
                <a:latin typeface="+mn-lt"/>
                <a:ea typeface="+mj-ea"/>
                <a:cs typeface="+mj-cs"/>
              </a:defRPr>
            </a:lvl1pPr>
          </a:lstStyle>
          <a:p>
            <a:pPr lvl="0">
              <a:spcBef>
                <a:spcPct val="0"/>
              </a:spcBef>
            </a:pPr>
            <a:r>
              <a:rPr lang="en-US"/>
              <a:t>Click to edit Master text styles</a:t>
            </a:r>
          </a:p>
        </p:txBody>
      </p:sp>
      <p:sp>
        <p:nvSpPr>
          <p:cNvPr id="29" name="Content Placeholder 6"/>
          <p:cNvSpPr>
            <a:spLocks noGrp="1"/>
          </p:cNvSpPr>
          <p:nvPr>
            <p:ph sz="quarter" idx="19"/>
          </p:nvPr>
        </p:nvSpPr>
        <p:spPr>
          <a:xfrm>
            <a:off x="334432" y="1567640"/>
            <a:ext cx="5568952" cy="2088000"/>
          </a:xfrm>
          <a:prstGeom prst="rect">
            <a:avLst/>
          </a:prstGeom>
          <a:noFill/>
          <a:ln>
            <a:noFill/>
          </a:ln>
          <a:effectLst/>
        </p:spPr>
        <p:txBody>
          <a:bodyPr vert="horz" lIns="0" tIns="36000" rIns="0" bIns="36000" rtlCol="0">
            <a:normAutofit/>
          </a:bodyPr>
          <a:lstStyle>
            <a:lvl1pPr>
              <a:defRPr lang="en-US" dirty="0" smtClean="0">
                <a:solidFill>
                  <a:schemeClr val="accent2"/>
                </a:solidFill>
                <a:latin typeface="+mn-lt"/>
              </a:defRPr>
            </a:lvl1pPr>
            <a:lvl2pPr>
              <a:defRPr lang="en-US" dirty="0" smtClean="0">
                <a:solidFill>
                  <a:schemeClr val="accent2"/>
                </a:solidFill>
                <a:latin typeface="+mn-lt"/>
              </a:defRPr>
            </a:lvl2pPr>
            <a:lvl3pPr>
              <a:defRPr lang="en-US" dirty="0" smtClean="0">
                <a:solidFill>
                  <a:schemeClr val="accent2"/>
                </a:solidFill>
                <a:latin typeface="+mn-lt"/>
              </a:defRPr>
            </a:lvl3pPr>
            <a:lvl4pPr>
              <a:defRPr lang="en-US" dirty="0" smtClean="0">
                <a:solidFill>
                  <a:schemeClr val="accent2"/>
                </a:solidFill>
                <a:latin typeface="+mn-lt"/>
              </a:defRPr>
            </a:lvl4pPr>
            <a:lvl5pPr>
              <a:defRPr lang="en-US" dirty="0">
                <a:solidFill>
                  <a:schemeClr val="accent2"/>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23"/>
          <p:cNvSpPr>
            <a:spLocks noGrp="1"/>
          </p:cNvSpPr>
          <p:nvPr>
            <p:ph type="body" sz="quarter" idx="26"/>
          </p:nvPr>
        </p:nvSpPr>
        <p:spPr>
          <a:xfrm>
            <a:off x="334432" y="1187410"/>
            <a:ext cx="5568952" cy="226591"/>
          </a:xfrm>
          <a:prstGeom prst="rect">
            <a:avLst/>
          </a:prstGeom>
          <a:solidFill>
            <a:schemeClr val="bg1"/>
          </a:solidFill>
          <a:ln>
            <a:noFill/>
          </a:ln>
          <a:effectLst>
            <a:outerShdw dist="12700" dir="5400000" algn="t" rotWithShape="0">
              <a:schemeClr val="accent6">
                <a:alpha val="7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vert="horz" wrap="square" lIns="0" tIns="36000" rIns="0" bIns="36000" numCol="1" rtlCol="0" anchor="b" anchorCtr="0" compatLnSpc="1">
            <a:prstTxWarp prst="textNoShape">
              <a:avLst/>
            </a:prstTxWarp>
            <a:spAutoFit/>
          </a:bodyPr>
          <a:lstStyle>
            <a:lvl1pPr>
              <a:defRPr lang="en-US" sz="1000" b="1" kern="1200" dirty="0" smtClean="0">
                <a:solidFill>
                  <a:schemeClr val="accent2"/>
                </a:solidFill>
                <a:effectLst/>
                <a:latin typeface="+mn-lt"/>
                <a:ea typeface="+mj-ea"/>
                <a:cs typeface="+mj-cs"/>
              </a:defRPr>
            </a:lvl1pPr>
          </a:lstStyle>
          <a:p>
            <a:pPr lvl="0">
              <a:spcBef>
                <a:spcPct val="0"/>
              </a:spcBef>
            </a:pPr>
            <a:r>
              <a:rPr lang="en-US"/>
              <a:t>Click to edit Master text styles</a:t>
            </a:r>
          </a:p>
        </p:txBody>
      </p:sp>
      <p:sp>
        <p:nvSpPr>
          <p:cNvPr id="38" name="Text Placeholder 23"/>
          <p:cNvSpPr>
            <a:spLocks noGrp="1"/>
          </p:cNvSpPr>
          <p:nvPr>
            <p:ph type="body" sz="quarter" idx="42"/>
          </p:nvPr>
        </p:nvSpPr>
        <p:spPr>
          <a:xfrm>
            <a:off x="6286500" y="1423568"/>
            <a:ext cx="5568952" cy="1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8000" rIns="0" bIns="18000" numCol="1" anchor="t" anchorCtr="0" compatLnSpc="1">
            <a:prstTxWarp prst="textNoShape">
              <a:avLst/>
            </a:prstTxWarp>
            <a:spAutoFit/>
          </a:bodyPr>
          <a:lstStyle>
            <a:lvl1pPr>
              <a:defRPr lang="en-US" sz="700" b="1" i="1" kern="1200" dirty="0" smtClean="0">
                <a:solidFill>
                  <a:schemeClr val="accent2"/>
                </a:solidFill>
                <a:effectLst/>
                <a:latin typeface="+mn-lt"/>
                <a:ea typeface="+mj-ea"/>
                <a:cs typeface="+mj-cs"/>
              </a:defRPr>
            </a:lvl1pPr>
          </a:lstStyle>
          <a:p>
            <a:pPr lvl="0">
              <a:spcBef>
                <a:spcPct val="0"/>
              </a:spcBef>
            </a:pPr>
            <a:r>
              <a:rPr lang="en-US"/>
              <a:t>Click to edit Master text styles</a:t>
            </a:r>
          </a:p>
        </p:txBody>
      </p:sp>
      <p:sp>
        <p:nvSpPr>
          <p:cNvPr id="39" name="Content Placeholder 6"/>
          <p:cNvSpPr>
            <a:spLocks noGrp="1"/>
          </p:cNvSpPr>
          <p:nvPr>
            <p:ph sz="quarter" idx="43"/>
          </p:nvPr>
        </p:nvSpPr>
        <p:spPr>
          <a:xfrm>
            <a:off x="6286499" y="1567640"/>
            <a:ext cx="5568952" cy="2088000"/>
          </a:xfrm>
          <a:prstGeom prst="rect">
            <a:avLst/>
          </a:prstGeom>
          <a:noFill/>
          <a:ln>
            <a:noFill/>
          </a:ln>
          <a:effectLst/>
        </p:spPr>
        <p:txBody>
          <a:bodyPr vert="horz" lIns="0" tIns="36000" rIns="0" bIns="36000" rtlCol="0">
            <a:normAutofit/>
          </a:bodyPr>
          <a:lstStyle>
            <a:lvl1pPr>
              <a:defRPr lang="en-US" dirty="0" smtClean="0">
                <a:solidFill>
                  <a:schemeClr val="accent2"/>
                </a:solidFill>
                <a:latin typeface="+mn-lt"/>
              </a:defRPr>
            </a:lvl1pPr>
            <a:lvl2pPr>
              <a:defRPr lang="en-US" dirty="0" smtClean="0">
                <a:solidFill>
                  <a:schemeClr val="accent2"/>
                </a:solidFill>
                <a:latin typeface="+mn-lt"/>
              </a:defRPr>
            </a:lvl2pPr>
            <a:lvl3pPr>
              <a:defRPr lang="en-US" dirty="0" smtClean="0">
                <a:solidFill>
                  <a:schemeClr val="accent2"/>
                </a:solidFill>
                <a:latin typeface="+mn-lt"/>
              </a:defRPr>
            </a:lvl3pPr>
            <a:lvl4pPr>
              <a:defRPr lang="en-US" dirty="0" smtClean="0">
                <a:solidFill>
                  <a:schemeClr val="accent2"/>
                </a:solidFill>
                <a:latin typeface="+mn-lt"/>
              </a:defRPr>
            </a:lvl4pPr>
            <a:lvl5pPr>
              <a:defRPr lang="en-US" dirty="0">
                <a:solidFill>
                  <a:schemeClr val="accent2"/>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3"/>
          <p:cNvSpPr>
            <a:spLocks noGrp="1"/>
          </p:cNvSpPr>
          <p:nvPr>
            <p:ph type="body" sz="quarter" idx="44"/>
          </p:nvPr>
        </p:nvSpPr>
        <p:spPr>
          <a:xfrm>
            <a:off x="6286499" y="1187410"/>
            <a:ext cx="5568952" cy="226591"/>
          </a:xfrm>
          <a:prstGeom prst="rect">
            <a:avLst/>
          </a:prstGeom>
          <a:solidFill>
            <a:schemeClr val="bg1"/>
          </a:solidFill>
          <a:ln>
            <a:noFill/>
          </a:ln>
          <a:effectLst>
            <a:outerShdw dist="12700" dir="5400000" algn="t" rotWithShape="0">
              <a:schemeClr val="accent6">
                <a:alpha val="7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vert="horz" wrap="square" lIns="0" tIns="36000" rIns="0" bIns="36000" numCol="1" rtlCol="0" anchor="b" anchorCtr="0" compatLnSpc="1">
            <a:prstTxWarp prst="textNoShape">
              <a:avLst/>
            </a:prstTxWarp>
            <a:spAutoFit/>
          </a:bodyPr>
          <a:lstStyle>
            <a:lvl1pPr>
              <a:defRPr lang="en-US" sz="1000" b="1" kern="1200" dirty="0" smtClean="0">
                <a:solidFill>
                  <a:schemeClr val="accent2"/>
                </a:solidFill>
                <a:effectLst/>
                <a:latin typeface="+mn-lt"/>
                <a:ea typeface="+mj-ea"/>
                <a:cs typeface="+mj-cs"/>
              </a:defRPr>
            </a:lvl1pPr>
          </a:lstStyle>
          <a:p>
            <a:pPr lvl="0">
              <a:spcBef>
                <a:spcPct val="0"/>
              </a:spcBef>
            </a:pPr>
            <a:r>
              <a:rPr lang="en-US"/>
              <a:t>Click to edit Master text styles</a:t>
            </a:r>
          </a:p>
        </p:txBody>
      </p:sp>
      <p:sp>
        <p:nvSpPr>
          <p:cNvPr id="41" name="Text Placeholder 23"/>
          <p:cNvSpPr>
            <a:spLocks noGrp="1"/>
          </p:cNvSpPr>
          <p:nvPr>
            <p:ph type="body" sz="quarter" idx="45"/>
          </p:nvPr>
        </p:nvSpPr>
        <p:spPr>
          <a:xfrm>
            <a:off x="334433" y="4086755"/>
            <a:ext cx="5568952" cy="1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8000" rIns="0" bIns="18000" numCol="1" anchor="t" anchorCtr="0" compatLnSpc="1">
            <a:prstTxWarp prst="textNoShape">
              <a:avLst/>
            </a:prstTxWarp>
            <a:spAutoFit/>
          </a:bodyPr>
          <a:lstStyle>
            <a:lvl1pPr>
              <a:defRPr lang="en-US" sz="700" b="1" i="1" kern="1200" dirty="0" smtClean="0">
                <a:solidFill>
                  <a:schemeClr val="accent2"/>
                </a:solidFill>
                <a:effectLst/>
                <a:latin typeface="+mn-lt"/>
                <a:ea typeface="+mj-ea"/>
                <a:cs typeface="+mj-cs"/>
              </a:defRPr>
            </a:lvl1pPr>
          </a:lstStyle>
          <a:p>
            <a:pPr lvl="0">
              <a:spcBef>
                <a:spcPct val="0"/>
              </a:spcBef>
            </a:pPr>
            <a:r>
              <a:rPr lang="en-US"/>
              <a:t>Click to edit Master text styles</a:t>
            </a:r>
          </a:p>
        </p:txBody>
      </p:sp>
      <p:sp>
        <p:nvSpPr>
          <p:cNvPr id="42" name="Content Placeholder 6"/>
          <p:cNvSpPr>
            <a:spLocks noGrp="1"/>
          </p:cNvSpPr>
          <p:nvPr>
            <p:ph sz="quarter" idx="46"/>
          </p:nvPr>
        </p:nvSpPr>
        <p:spPr>
          <a:xfrm>
            <a:off x="334432" y="4230827"/>
            <a:ext cx="5568952" cy="2088000"/>
          </a:xfrm>
          <a:prstGeom prst="rect">
            <a:avLst/>
          </a:prstGeom>
          <a:noFill/>
          <a:ln>
            <a:noFill/>
          </a:ln>
          <a:effectLst/>
        </p:spPr>
        <p:txBody>
          <a:bodyPr vert="horz" lIns="0" tIns="36000" rIns="0" bIns="36000" rtlCol="0">
            <a:normAutofit/>
          </a:bodyPr>
          <a:lstStyle>
            <a:lvl1pPr>
              <a:defRPr lang="en-US" dirty="0" smtClean="0">
                <a:solidFill>
                  <a:schemeClr val="accent2"/>
                </a:solidFill>
                <a:latin typeface="+mn-lt"/>
              </a:defRPr>
            </a:lvl1pPr>
            <a:lvl2pPr>
              <a:defRPr lang="en-US" dirty="0" smtClean="0">
                <a:solidFill>
                  <a:schemeClr val="accent2"/>
                </a:solidFill>
                <a:latin typeface="+mn-lt"/>
              </a:defRPr>
            </a:lvl2pPr>
            <a:lvl3pPr>
              <a:defRPr lang="en-US" dirty="0" smtClean="0">
                <a:solidFill>
                  <a:schemeClr val="accent2"/>
                </a:solidFill>
                <a:latin typeface="+mn-lt"/>
              </a:defRPr>
            </a:lvl3pPr>
            <a:lvl4pPr>
              <a:defRPr lang="en-US" dirty="0" smtClean="0">
                <a:solidFill>
                  <a:schemeClr val="accent2"/>
                </a:solidFill>
                <a:latin typeface="+mn-lt"/>
              </a:defRPr>
            </a:lvl4pPr>
            <a:lvl5pPr>
              <a:defRPr lang="en-US" dirty="0">
                <a:solidFill>
                  <a:schemeClr val="accent2"/>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3"/>
          <p:cNvSpPr>
            <a:spLocks noGrp="1"/>
          </p:cNvSpPr>
          <p:nvPr>
            <p:ph type="body" sz="quarter" idx="47"/>
          </p:nvPr>
        </p:nvSpPr>
        <p:spPr>
          <a:xfrm>
            <a:off x="334432" y="3850597"/>
            <a:ext cx="5568952" cy="226591"/>
          </a:xfrm>
          <a:prstGeom prst="rect">
            <a:avLst/>
          </a:prstGeom>
          <a:solidFill>
            <a:schemeClr val="bg1"/>
          </a:solidFill>
          <a:ln>
            <a:noFill/>
          </a:ln>
          <a:effectLst>
            <a:outerShdw dist="12700" dir="5400000" algn="t" rotWithShape="0">
              <a:schemeClr val="accent6">
                <a:alpha val="7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vert="horz" wrap="square" lIns="0" tIns="36000" rIns="0" bIns="36000" numCol="1" rtlCol="0" anchor="b" anchorCtr="0" compatLnSpc="1">
            <a:prstTxWarp prst="textNoShape">
              <a:avLst/>
            </a:prstTxWarp>
            <a:spAutoFit/>
          </a:bodyPr>
          <a:lstStyle>
            <a:lvl1pPr>
              <a:defRPr lang="en-US" sz="1000" b="1" kern="1200" dirty="0" smtClean="0">
                <a:solidFill>
                  <a:schemeClr val="accent2"/>
                </a:solidFill>
                <a:effectLst/>
                <a:latin typeface="+mn-lt"/>
                <a:ea typeface="+mj-ea"/>
                <a:cs typeface="+mj-cs"/>
              </a:defRPr>
            </a:lvl1pPr>
          </a:lstStyle>
          <a:p>
            <a:pPr lvl="0">
              <a:spcBef>
                <a:spcPct val="0"/>
              </a:spcBef>
            </a:pPr>
            <a:r>
              <a:rPr lang="en-US"/>
              <a:t>Click to edit Master text styles</a:t>
            </a:r>
          </a:p>
        </p:txBody>
      </p:sp>
      <p:sp>
        <p:nvSpPr>
          <p:cNvPr id="44" name="Text Placeholder 23"/>
          <p:cNvSpPr>
            <a:spLocks noGrp="1"/>
          </p:cNvSpPr>
          <p:nvPr>
            <p:ph type="body" sz="quarter" idx="48"/>
          </p:nvPr>
        </p:nvSpPr>
        <p:spPr>
          <a:xfrm>
            <a:off x="6286500" y="4086755"/>
            <a:ext cx="5568952" cy="1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8000" rIns="0" bIns="18000" numCol="1" anchor="t" anchorCtr="0" compatLnSpc="1">
            <a:prstTxWarp prst="textNoShape">
              <a:avLst/>
            </a:prstTxWarp>
            <a:spAutoFit/>
          </a:bodyPr>
          <a:lstStyle>
            <a:lvl1pPr>
              <a:defRPr lang="en-US" sz="700" b="1" i="1" kern="1200" dirty="0" smtClean="0">
                <a:solidFill>
                  <a:schemeClr val="accent2"/>
                </a:solidFill>
                <a:effectLst/>
                <a:latin typeface="+mn-lt"/>
                <a:ea typeface="+mj-ea"/>
                <a:cs typeface="+mj-cs"/>
              </a:defRPr>
            </a:lvl1pPr>
          </a:lstStyle>
          <a:p>
            <a:pPr lvl="0">
              <a:spcBef>
                <a:spcPct val="0"/>
              </a:spcBef>
            </a:pPr>
            <a:r>
              <a:rPr lang="en-US"/>
              <a:t>Click to edit Master text styles</a:t>
            </a:r>
          </a:p>
        </p:txBody>
      </p:sp>
      <p:sp>
        <p:nvSpPr>
          <p:cNvPr id="45" name="Content Placeholder 6"/>
          <p:cNvSpPr>
            <a:spLocks noGrp="1"/>
          </p:cNvSpPr>
          <p:nvPr>
            <p:ph sz="quarter" idx="49"/>
          </p:nvPr>
        </p:nvSpPr>
        <p:spPr>
          <a:xfrm>
            <a:off x="6286499" y="4230827"/>
            <a:ext cx="5568952" cy="2088000"/>
          </a:xfrm>
          <a:prstGeom prst="rect">
            <a:avLst/>
          </a:prstGeom>
          <a:noFill/>
          <a:ln>
            <a:noFill/>
          </a:ln>
          <a:effectLst/>
        </p:spPr>
        <p:txBody>
          <a:bodyPr vert="horz" lIns="0" tIns="36000" rIns="0" bIns="36000" rtlCol="0">
            <a:normAutofit/>
          </a:bodyPr>
          <a:lstStyle>
            <a:lvl1pPr>
              <a:defRPr lang="en-US" dirty="0" smtClean="0">
                <a:solidFill>
                  <a:schemeClr val="accent2"/>
                </a:solidFill>
                <a:latin typeface="+mn-lt"/>
              </a:defRPr>
            </a:lvl1pPr>
            <a:lvl2pPr>
              <a:defRPr lang="en-US" dirty="0" smtClean="0">
                <a:solidFill>
                  <a:schemeClr val="accent2"/>
                </a:solidFill>
                <a:latin typeface="+mn-lt"/>
              </a:defRPr>
            </a:lvl2pPr>
            <a:lvl3pPr>
              <a:defRPr lang="en-US" dirty="0" smtClean="0">
                <a:solidFill>
                  <a:schemeClr val="accent2"/>
                </a:solidFill>
                <a:latin typeface="+mn-lt"/>
              </a:defRPr>
            </a:lvl3pPr>
            <a:lvl4pPr>
              <a:defRPr lang="en-US" dirty="0" smtClean="0">
                <a:solidFill>
                  <a:schemeClr val="accent2"/>
                </a:solidFill>
                <a:latin typeface="+mn-lt"/>
              </a:defRPr>
            </a:lvl4pPr>
            <a:lvl5pPr>
              <a:defRPr lang="en-US" dirty="0">
                <a:solidFill>
                  <a:schemeClr val="accent2"/>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3"/>
          <p:cNvSpPr>
            <a:spLocks noGrp="1"/>
          </p:cNvSpPr>
          <p:nvPr>
            <p:ph type="body" sz="quarter" idx="50"/>
          </p:nvPr>
        </p:nvSpPr>
        <p:spPr>
          <a:xfrm>
            <a:off x="6286499" y="3850597"/>
            <a:ext cx="5568952" cy="226591"/>
          </a:xfrm>
          <a:prstGeom prst="rect">
            <a:avLst/>
          </a:prstGeom>
          <a:solidFill>
            <a:schemeClr val="bg1"/>
          </a:solidFill>
          <a:ln>
            <a:noFill/>
          </a:ln>
          <a:effectLst>
            <a:outerShdw dist="12700" dir="5400000" algn="t" rotWithShape="0">
              <a:schemeClr val="accent6">
                <a:alpha val="7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vert="horz" wrap="square" lIns="0" tIns="36000" rIns="0" bIns="36000" numCol="1" rtlCol="0" anchor="b" anchorCtr="0" compatLnSpc="1">
            <a:prstTxWarp prst="textNoShape">
              <a:avLst/>
            </a:prstTxWarp>
            <a:spAutoFit/>
          </a:bodyPr>
          <a:lstStyle>
            <a:lvl1pPr>
              <a:defRPr lang="en-US" sz="1000" b="1" kern="1200" dirty="0" smtClean="0">
                <a:solidFill>
                  <a:schemeClr val="accent2"/>
                </a:solidFill>
                <a:effectLst/>
                <a:latin typeface="+mn-lt"/>
                <a:ea typeface="+mj-ea"/>
                <a:cs typeface="+mj-cs"/>
              </a:defRPr>
            </a:lvl1pPr>
          </a:lstStyle>
          <a:p>
            <a:pPr lvl="0">
              <a:spcBef>
                <a:spcPct val="0"/>
              </a:spcBef>
            </a:pPr>
            <a:r>
              <a:rPr lang="en-US"/>
              <a:t>Click to edit Master text styles</a:t>
            </a:r>
          </a:p>
        </p:txBody>
      </p:sp>
      <p:sp>
        <p:nvSpPr>
          <p:cNvPr id="18" name="Text Placeholder 7"/>
          <p:cNvSpPr>
            <a:spLocks noGrp="1"/>
          </p:cNvSpPr>
          <p:nvPr>
            <p:ph type="body" sz="quarter" idx="41" hasCustomPrompt="1"/>
          </p:nvPr>
        </p:nvSpPr>
        <p:spPr>
          <a:xfrm>
            <a:off x="1775884" y="6423682"/>
            <a:ext cx="8142949" cy="408918"/>
          </a:xfrm>
          <a:prstGeom prst="rect">
            <a:avLst/>
          </a:prstGeom>
          <a:noFill/>
          <a:ln>
            <a:noFill/>
          </a:ln>
          <a:effectLst/>
        </p:spPr>
        <p:txBody>
          <a:bodyPr vert="horz" lIns="0" tIns="18000" rIns="0" bIns="0" rtlCol="0" anchor="ctr">
            <a:noAutofit/>
          </a:bodyPr>
          <a:lstStyle>
            <a:lvl1pPr>
              <a:defRPr lang="en-US" sz="600" i="1" dirty="0" smtClean="0"/>
            </a:lvl1pPr>
            <a:lvl2pPr>
              <a:defRPr lang="en-US" sz="600" i="1" dirty="0" smtClean="0">
                <a:ea typeface="+mn-ea"/>
                <a:cs typeface="+mn-cs"/>
              </a:defRPr>
            </a:lvl2pPr>
            <a:lvl3pPr>
              <a:defRPr lang="en-US" sz="600" i="1" dirty="0">
                <a:ea typeface="+mn-ea"/>
                <a:cs typeface="+mn-cs"/>
              </a:defRPr>
            </a:lvl3pPr>
          </a:lstStyle>
          <a:p>
            <a:pPr lvl="0">
              <a:lnSpc>
                <a:spcPts val="600"/>
              </a:lnSpc>
              <a:spcBef>
                <a:spcPts val="0"/>
              </a:spcBef>
              <a:spcAft>
                <a:spcPct val="0"/>
              </a:spcAft>
              <a:tabLst>
                <a:tab pos="358775" algn="l"/>
              </a:tabLst>
            </a:pPr>
            <a:r>
              <a:rPr lang="en-US" dirty="0" err="1"/>
              <a:t>Fonte</a:t>
            </a:r>
            <a:r>
              <a:rPr lang="en-US" dirty="0"/>
              <a:t>:</a:t>
            </a:r>
          </a:p>
          <a:p>
            <a:pPr lvl="0">
              <a:lnSpc>
                <a:spcPts val="600"/>
              </a:lnSpc>
              <a:spcBef>
                <a:spcPts val="0"/>
              </a:spcBef>
              <a:spcAft>
                <a:spcPct val="0"/>
              </a:spcAft>
              <a:tabLst>
                <a:tab pos="358775" algn="l"/>
              </a:tabLst>
            </a:pPr>
            <a:r>
              <a:rPr lang="en-US" dirty="0"/>
              <a:t>Nota: </a:t>
            </a:r>
          </a:p>
          <a:p>
            <a:pPr marL="449263" lvl="1" indent="-90488">
              <a:lnSpc>
                <a:spcPts val="600"/>
              </a:lnSpc>
              <a:spcBef>
                <a:spcPts val="0"/>
              </a:spcBef>
              <a:spcAft>
                <a:spcPct val="0"/>
              </a:spcAft>
              <a:buClrTx/>
              <a:buFont typeface="+mj-lt"/>
              <a:buAutoNum type="arabicParenR"/>
              <a:tabLst>
                <a:tab pos="358775" algn="l"/>
              </a:tabLst>
            </a:pPr>
            <a:r>
              <a:rPr lang="en-US" dirty="0"/>
              <a:t>Second level</a:t>
            </a:r>
          </a:p>
          <a:p>
            <a:pPr marL="449263" lvl="2" indent="-90488">
              <a:lnSpc>
                <a:spcPts val="600"/>
              </a:lnSpc>
              <a:spcBef>
                <a:spcPts val="0"/>
              </a:spcBef>
              <a:spcAft>
                <a:spcPct val="0"/>
              </a:spcAft>
              <a:buClrTx/>
              <a:buFont typeface="Arial" pitchFamily="34" charset="0"/>
              <a:buChar char="•"/>
              <a:tabLst>
                <a:tab pos="358775" algn="l"/>
              </a:tabLst>
            </a:pPr>
            <a:r>
              <a:rPr lang="en-US" dirty="0"/>
              <a:t>Third level</a:t>
            </a:r>
          </a:p>
        </p:txBody>
      </p:sp>
      <p:sp>
        <p:nvSpPr>
          <p:cNvPr id="2" name="Footer Placeholder 1"/>
          <p:cNvSpPr>
            <a:spLocks noGrp="1"/>
          </p:cNvSpPr>
          <p:nvPr>
            <p:ph type="ftr" sz="quarter" idx="51"/>
          </p:nvPr>
        </p:nvSpPr>
        <p:spPr/>
        <p:txBody>
          <a:bodyPr/>
          <a:lstStyle/>
          <a:p>
            <a:r>
              <a:rPr>
                <a:solidFill>
                  <a:srgbClr val="59595B"/>
                </a:solidFill>
              </a:rPr>
              <a:t>CONFIDENTIAL</a:t>
            </a:r>
          </a:p>
        </p:txBody>
      </p:sp>
    </p:spTree>
    <p:extLst>
      <p:ext uri="{BB962C8B-B14F-4D97-AF65-F5344CB8AC3E}">
        <p14:creationId xmlns:p14="http://schemas.microsoft.com/office/powerpoint/2010/main" val="28864681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Sottotitolo e Contenuto">
    <p:spTree>
      <p:nvGrpSpPr>
        <p:cNvPr id="1" name=""/>
        <p:cNvGrpSpPr/>
        <p:nvPr/>
      </p:nvGrpSpPr>
      <p:grpSpPr>
        <a:xfrm>
          <a:off x="0" y="0"/>
          <a:ext cx="0" cy="0"/>
          <a:chOff x="0" y="0"/>
          <a:chExt cx="0" cy="0"/>
        </a:xfrm>
      </p:grpSpPr>
      <p:pic>
        <p:nvPicPr>
          <p:cNvPr id="2" name="Image 1"/>
          <p:cNvPicPr>
            <a:picLocks noChangeAspect="1"/>
          </p:cNvPicPr>
          <p:nvPr/>
        </p:nvPicPr>
        <p:blipFill>
          <a:blip cstate="print"/>
          <a:stretch>
            <a:fillRect/>
          </a:stretch>
        </p:blipFill>
        <p:spPr>
          <a:xfrm>
            <a:off x="1589" y="1589"/>
            <a:ext cx="1587" cy="1587"/>
          </a:xfrm>
          <a:prstGeom prst="rect">
            <a:avLst/>
          </a:prstGeom>
        </p:spPr>
      </p:pic>
      <p:sp>
        <p:nvSpPr>
          <p:cNvPr id="9" name="Segnaposto testo 7"/>
          <p:cNvSpPr>
            <a:spLocks noGrp="1"/>
          </p:cNvSpPr>
          <p:nvPr>
            <p:ph type="body" sz="quarter" idx="10"/>
          </p:nvPr>
        </p:nvSpPr>
        <p:spPr>
          <a:xfrm>
            <a:off x="412753" y="809082"/>
            <a:ext cx="11299195" cy="396999"/>
          </a:xfrm>
          <a:noFill/>
          <a:ln>
            <a:noFill/>
          </a:ln>
          <a:effectLst/>
        </p:spPr>
        <p:txBody>
          <a:bodyPr wrap="none">
            <a:noAutofit/>
          </a:bodyPr>
          <a:lstStyle>
            <a:lvl1pPr>
              <a:lnSpc>
                <a:spcPct val="50000"/>
              </a:lnSpc>
              <a:defRPr lang="it-IT" sz="1400" kern="1200" dirty="0">
                <a:solidFill>
                  <a:schemeClr val="accent1"/>
                </a:solidFill>
                <a:latin typeface="TIM Sans" panose="00000500000000000000" pitchFamily="50" charset="0"/>
                <a:ea typeface="+mj-ea"/>
                <a:cs typeface="TIM Sans" panose="00000500000000000000" pitchFamily="50" charset="0"/>
              </a:defRPr>
            </a:lvl1pPr>
          </a:lstStyle>
          <a:p>
            <a:pPr lvl="0"/>
            <a:r>
              <a:rPr lang="it-IT"/>
              <a:t>Fare clic per modificare stili del testo dello schema</a:t>
            </a:r>
          </a:p>
        </p:txBody>
      </p:sp>
      <p:sp>
        <p:nvSpPr>
          <p:cNvPr id="10" name="Rectangle 2"/>
          <p:cNvSpPr>
            <a:spLocks noGrp="1" noChangeArrowheads="1"/>
          </p:cNvSpPr>
          <p:nvPr>
            <p:ph type="title"/>
          </p:nvPr>
        </p:nvSpPr>
        <p:spPr bwMode="auto">
          <a:xfrm>
            <a:off x="412752" y="360363"/>
            <a:ext cx="11279717"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it-IT"/>
              <a:t>Fare clic per modificare lo stile del titolo</a:t>
            </a:r>
            <a:endParaRPr lang="it-IT" dirty="0"/>
          </a:p>
        </p:txBody>
      </p:sp>
      <p:sp>
        <p:nvSpPr>
          <p:cNvPr id="11" name="Segnaposto contenuto 2"/>
          <p:cNvSpPr>
            <a:spLocks noGrp="1"/>
          </p:cNvSpPr>
          <p:nvPr>
            <p:ph idx="1" hasCustomPrompt="1"/>
          </p:nvPr>
        </p:nvSpPr>
        <p:spPr>
          <a:xfrm>
            <a:off x="412749" y="1362253"/>
            <a:ext cx="11267016" cy="4587028"/>
          </a:xfrm>
        </p:spPr>
        <p:txBody>
          <a:bodyPr>
            <a:noAutofit/>
          </a:bodyPr>
          <a:lstStyle>
            <a:lvl1pPr>
              <a:defRPr>
                <a:solidFill>
                  <a:schemeClr val="accent5"/>
                </a:solidFill>
                <a:latin typeface="TIM Sans" panose="00000500000000000000" pitchFamily="50" charset="0"/>
              </a:defRPr>
            </a:lvl1pPr>
            <a:lvl2pPr>
              <a:defRPr>
                <a:solidFill>
                  <a:schemeClr val="accent5"/>
                </a:solidFill>
                <a:latin typeface="TIM Sans" panose="00000500000000000000" pitchFamily="50" charset="0"/>
              </a:defRPr>
            </a:lvl2pPr>
            <a:lvl3pPr>
              <a:defRPr sz="1400">
                <a:solidFill>
                  <a:schemeClr val="accent5"/>
                </a:solidFill>
                <a:latin typeface="TIM Sans" panose="00000500000000000000" pitchFamily="50" charset="0"/>
              </a:defRPr>
            </a:lvl3pPr>
            <a:lvl4pPr>
              <a:defRPr>
                <a:solidFill>
                  <a:schemeClr val="accent1"/>
                </a:solidFill>
              </a:defRPr>
            </a:lvl4pPr>
            <a:lvl5pPr>
              <a:defRPr>
                <a:solidFill>
                  <a:schemeClr val="accent1"/>
                </a:solidFill>
              </a:defRPr>
            </a:lvl5pPr>
          </a:lstStyle>
          <a:p>
            <a:pPr lvl="0"/>
            <a:r>
              <a:rPr lang="it-IT" dirty="0"/>
              <a:t>Fare clic per modificare gli stili del testo dello schema</a:t>
            </a:r>
          </a:p>
          <a:p>
            <a:pPr lvl="1"/>
            <a:r>
              <a:rPr lang="it-IT" dirty="0"/>
              <a:t>Secondo livello</a:t>
            </a:r>
          </a:p>
          <a:p>
            <a:pPr lvl="2"/>
            <a:r>
              <a:rPr lang="it-IT" dirty="0"/>
              <a:t>Terzo livello</a:t>
            </a:r>
          </a:p>
        </p:txBody>
      </p:sp>
      <p:sp>
        <p:nvSpPr>
          <p:cNvPr id="5" name="Segnaposto data 7"/>
          <p:cNvSpPr>
            <a:spLocks noGrp="1"/>
          </p:cNvSpPr>
          <p:nvPr>
            <p:ph type="dt" sz="quarter" idx="2"/>
          </p:nvPr>
        </p:nvSpPr>
        <p:spPr>
          <a:xfrm>
            <a:off x="5491092" y="6323029"/>
            <a:ext cx="5689600" cy="211137"/>
          </a:xfrm>
          <a:prstGeom prst="rect">
            <a:avLst/>
          </a:prstGeom>
        </p:spPr>
        <p:txBody>
          <a:bodyPr/>
          <a:lstStyle>
            <a:lvl1pPr algn="r">
              <a:defRPr sz="800">
                <a:solidFill>
                  <a:schemeClr val="accent2"/>
                </a:solidFill>
              </a:defRPr>
            </a:lvl1pPr>
          </a:lstStyle>
          <a:p>
            <a:pPr>
              <a:defRPr/>
            </a:pPr>
            <a:r>
              <a:rPr lang="it-IT" dirty="0">
                <a:solidFill>
                  <a:srgbClr val="EB0028"/>
                </a:solidFill>
              </a:rPr>
              <a:t>Titolo della Relazione</a:t>
            </a:r>
          </a:p>
        </p:txBody>
      </p:sp>
      <p:sp>
        <p:nvSpPr>
          <p:cNvPr id="6" name="Segnaposto piè di pagina 8"/>
          <p:cNvSpPr>
            <a:spLocks noGrp="1"/>
          </p:cNvSpPr>
          <p:nvPr>
            <p:ph type="ftr" sz="quarter" idx="3"/>
          </p:nvPr>
        </p:nvSpPr>
        <p:spPr>
          <a:xfrm>
            <a:off x="5491092" y="6467494"/>
            <a:ext cx="5689600" cy="220663"/>
          </a:xfrm>
          <a:prstGeom prst="rect">
            <a:avLst/>
          </a:prstGeom>
        </p:spPr>
        <p:txBody>
          <a:bodyPr/>
          <a:lstStyle>
            <a:lvl1pPr algn="r">
              <a:defRPr sz="800">
                <a:solidFill>
                  <a:schemeClr val="bg1">
                    <a:lumMod val="50000"/>
                  </a:schemeClr>
                </a:solidFill>
              </a:defRPr>
            </a:lvl1pPr>
          </a:lstStyle>
          <a:p>
            <a:pPr>
              <a:defRPr/>
            </a:pPr>
            <a:r>
              <a:rPr lang="it-IT">
                <a:solidFill>
                  <a:prstClr val="white">
                    <a:lumMod val="50000"/>
                  </a:prstClr>
                </a:solidFill>
              </a:rPr>
              <a:t>Nome del Relatore, Nome Struttura</a:t>
            </a:r>
            <a:endParaRPr lang="it-IT" dirty="0">
              <a:solidFill>
                <a:prstClr val="white">
                  <a:lumMod val="50000"/>
                </a:prstClr>
              </a:solidFill>
            </a:endParaRPr>
          </a:p>
        </p:txBody>
      </p:sp>
    </p:spTree>
    <p:extLst>
      <p:ext uri="{BB962C8B-B14F-4D97-AF65-F5344CB8AC3E}">
        <p14:creationId xmlns:p14="http://schemas.microsoft.com/office/powerpoint/2010/main" val="10806320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ver 1">
    <p:spTree>
      <p:nvGrpSpPr>
        <p:cNvPr id="1" name=""/>
        <p:cNvGrpSpPr/>
        <p:nvPr/>
      </p:nvGrpSpPr>
      <p:grpSpPr>
        <a:xfrm>
          <a:off x="0" y="0"/>
          <a:ext cx="0" cy="0"/>
          <a:chOff x="0" y="0"/>
          <a:chExt cx="0" cy="0"/>
        </a:xfrm>
      </p:grpSpPr>
      <p:sp>
        <p:nvSpPr>
          <p:cNvPr id="10" name="Segnaposto testo 14"/>
          <p:cNvSpPr>
            <a:spLocks noGrp="1"/>
          </p:cNvSpPr>
          <p:nvPr>
            <p:ph type="body" sz="quarter" idx="11"/>
          </p:nvPr>
        </p:nvSpPr>
        <p:spPr>
          <a:xfrm>
            <a:off x="4486667" y="1039673"/>
            <a:ext cx="7022164" cy="190975"/>
          </a:xfrm>
          <a:prstGeom prst="rect">
            <a:avLst/>
          </a:prstGeom>
        </p:spPr>
        <p:txBody>
          <a:bodyPr vert="horz" lIns="0" tIns="0" rIns="0" bIns="0"/>
          <a:lstStyle>
            <a:lvl1pPr marL="0" indent="0">
              <a:buNone/>
              <a:defRPr sz="1200" b="1" i="0" baseline="0">
                <a:solidFill>
                  <a:srgbClr val="004691"/>
                </a:solidFill>
                <a:latin typeface="TIM Sans" panose="00000500000000000000" pitchFamily="50" charset="0"/>
                <a:cs typeface="Arial" panose="020B0604020202020204" pitchFamily="34" charset="0"/>
              </a:defRPr>
            </a:lvl1pPr>
            <a:lvl2pPr>
              <a:defRPr sz="1467" b="1" i="0" baseline="0">
                <a:solidFill>
                  <a:schemeClr val="accent3"/>
                </a:solidFill>
                <a:latin typeface=""/>
              </a:defRPr>
            </a:lvl2pPr>
            <a:lvl3pPr>
              <a:defRPr sz="1467" b="1" i="0" baseline="0">
                <a:solidFill>
                  <a:schemeClr val="accent3"/>
                </a:solidFill>
                <a:latin typeface=""/>
              </a:defRPr>
            </a:lvl3pPr>
            <a:lvl4pPr>
              <a:defRPr sz="1467" b="1" i="0" baseline="0">
                <a:solidFill>
                  <a:schemeClr val="accent3"/>
                </a:solidFill>
                <a:latin typeface=""/>
              </a:defRPr>
            </a:lvl4pPr>
            <a:lvl5pPr>
              <a:defRPr sz="1467" b="1" i="0" baseline="0">
                <a:solidFill>
                  <a:schemeClr val="accent3"/>
                </a:solidFill>
                <a:latin typeface=""/>
              </a:defRPr>
            </a:lvl5pPr>
          </a:lstStyle>
          <a:p>
            <a:pPr lvl="0"/>
            <a:r>
              <a:rPr lang="en-US" noProof="0"/>
              <a:t>Click to edit Master text styles</a:t>
            </a:r>
          </a:p>
        </p:txBody>
      </p:sp>
      <p:sp>
        <p:nvSpPr>
          <p:cNvPr id="12" name="Titolo 12"/>
          <p:cNvSpPr>
            <a:spLocks noGrp="1"/>
          </p:cNvSpPr>
          <p:nvPr>
            <p:ph type="title"/>
          </p:nvPr>
        </p:nvSpPr>
        <p:spPr>
          <a:xfrm>
            <a:off x="4486667" y="2392480"/>
            <a:ext cx="7022164" cy="507773"/>
          </a:xfrm>
          <a:prstGeom prst="rect">
            <a:avLst/>
          </a:prstGeom>
        </p:spPr>
        <p:txBody>
          <a:bodyPr vert="horz" lIns="0" tIns="0" rIns="0" bIns="0" anchor="b" anchorCtr="0"/>
          <a:lstStyle>
            <a:lvl1pPr marL="0" marR="0" indent="0" algn="l" defTabSz="457119" rtl="0" eaLnBrk="1" fontAlgn="auto" latinLnBrk="0" hangingPunct="1">
              <a:lnSpc>
                <a:spcPct val="100000"/>
              </a:lnSpc>
              <a:spcBef>
                <a:spcPct val="0"/>
              </a:spcBef>
              <a:spcAft>
                <a:spcPts val="0"/>
              </a:spcAft>
              <a:buClrTx/>
              <a:buSzTx/>
              <a:buFontTx/>
              <a:buNone/>
              <a:tabLst/>
              <a:defRPr sz="2400" baseline="0">
                <a:solidFill>
                  <a:schemeClr val="tx1"/>
                </a:solidFill>
                <a:latin typeface="TIM Sans" panose="02020503040602060503" pitchFamily="18" charset="0"/>
              </a:defRPr>
            </a:lvl1pPr>
          </a:lstStyle>
          <a:p>
            <a:r>
              <a:rPr lang="en-US" noProof="0"/>
              <a:t>Click to edit Master title style</a:t>
            </a:r>
            <a:endParaRPr lang="pt-BR" noProof="0" dirty="0"/>
          </a:p>
        </p:txBody>
      </p:sp>
      <p:sp>
        <p:nvSpPr>
          <p:cNvPr id="13" name="Segnaposto testo 14"/>
          <p:cNvSpPr>
            <a:spLocks noGrp="1"/>
          </p:cNvSpPr>
          <p:nvPr>
            <p:ph type="body" sz="quarter" idx="10"/>
          </p:nvPr>
        </p:nvSpPr>
        <p:spPr>
          <a:xfrm>
            <a:off x="4486667" y="3001692"/>
            <a:ext cx="7022164" cy="329133"/>
          </a:xfrm>
          <a:prstGeom prst="rect">
            <a:avLst/>
          </a:prstGeom>
        </p:spPr>
        <p:txBody>
          <a:bodyPr vert="horz" lIns="0" tIns="0" rIns="0" bIns="0"/>
          <a:lstStyle>
            <a:lvl1pPr marL="0" indent="0">
              <a:lnSpc>
                <a:spcPct val="70000"/>
              </a:lnSpc>
              <a:buNone/>
              <a:defRPr sz="1467" b="0" i="0" baseline="0">
                <a:solidFill>
                  <a:schemeClr val="accent4"/>
                </a:solidFill>
                <a:latin typeface="+mj-lt"/>
                <a:cs typeface="Arial" panose="020B0604020202020204" pitchFamily="34" charset="0"/>
              </a:defRPr>
            </a:lvl1pPr>
            <a:lvl2pPr>
              <a:defRPr sz="1467" b="1" i="0" baseline="0">
                <a:solidFill>
                  <a:schemeClr val="accent3"/>
                </a:solidFill>
                <a:latin typeface=""/>
              </a:defRPr>
            </a:lvl2pPr>
            <a:lvl3pPr>
              <a:defRPr sz="1467" b="1" i="0" baseline="0">
                <a:solidFill>
                  <a:schemeClr val="accent3"/>
                </a:solidFill>
                <a:latin typeface=""/>
              </a:defRPr>
            </a:lvl3pPr>
            <a:lvl4pPr>
              <a:defRPr sz="1467" b="1" i="0" baseline="0">
                <a:solidFill>
                  <a:schemeClr val="accent3"/>
                </a:solidFill>
                <a:latin typeface=""/>
              </a:defRPr>
            </a:lvl4pPr>
            <a:lvl5pPr>
              <a:defRPr sz="1467" b="1" i="0" baseline="0">
                <a:solidFill>
                  <a:schemeClr val="accent3"/>
                </a:solidFill>
                <a:latin typeface=""/>
              </a:defRPr>
            </a:lvl5pPr>
          </a:lstStyle>
          <a:p>
            <a:pPr lvl="0"/>
            <a:r>
              <a:rPr lang="en-US" noProof="0"/>
              <a:t>Click to edit Master text styles</a:t>
            </a:r>
          </a:p>
        </p:txBody>
      </p:sp>
      <p:sp>
        <p:nvSpPr>
          <p:cNvPr id="14" name="Segnaposto testo 20"/>
          <p:cNvSpPr>
            <a:spLocks noGrp="1"/>
          </p:cNvSpPr>
          <p:nvPr>
            <p:ph type="body" sz="quarter" idx="14"/>
          </p:nvPr>
        </p:nvSpPr>
        <p:spPr>
          <a:xfrm>
            <a:off x="4486667" y="1287701"/>
            <a:ext cx="7022164" cy="269715"/>
          </a:xfrm>
          <a:prstGeom prst="rect">
            <a:avLst/>
          </a:prstGeom>
        </p:spPr>
        <p:txBody>
          <a:bodyPr vert="horz" lIns="0" tIns="0" rIns="0" bIns="0"/>
          <a:lstStyle>
            <a:lvl1pPr marL="0" indent="0">
              <a:buNone/>
              <a:defRPr sz="1200" baseline="0">
                <a:solidFill>
                  <a:srgbClr val="004691"/>
                </a:solidFill>
                <a:latin typeface="TIM Sans" panose="00000500000000000000" pitchFamily="50" charset="0"/>
              </a:defRPr>
            </a:lvl1pPr>
            <a:lvl2pPr>
              <a:defRPr sz="1467">
                <a:solidFill>
                  <a:schemeClr val="accent1"/>
                </a:solidFill>
                <a:latin typeface="Franklin Gothic Medium"/>
              </a:defRPr>
            </a:lvl2pPr>
            <a:lvl3pPr>
              <a:defRPr sz="1467">
                <a:solidFill>
                  <a:schemeClr val="accent1"/>
                </a:solidFill>
                <a:latin typeface="Franklin Gothic Medium"/>
              </a:defRPr>
            </a:lvl3pPr>
            <a:lvl4pPr>
              <a:defRPr sz="1467">
                <a:solidFill>
                  <a:schemeClr val="accent1"/>
                </a:solidFill>
                <a:latin typeface="Franklin Gothic Medium"/>
              </a:defRPr>
            </a:lvl4pPr>
            <a:lvl5pPr>
              <a:defRPr sz="1467">
                <a:solidFill>
                  <a:schemeClr val="accent1"/>
                </a:solidFill>
                <a:latin typeface="Franklin Gothic Medium"/>
              </a:defRPr>
            </a:lvl5pPr>
          </a:lstStyle>
          <a:p>
            <a:pPr lvl="0"/>
            <a:r>
              <a:rPr lang="en-US" noProof="0"/>
              <a:t>Click to edit Master text styles</a:t>
            </a:r>
          </a:p>
        </p:txBody>
      </p:sp>
      <p:sp>
        <p:nvSpPr>
          <p:cNvPr id="15" name="Segnaposto testo 20"/>
          <p:cNvSpPr>
            <a:spLocks noGrp="1"/>
          </p:cNvSpPr>
          <p:nvPr>
            <p:ph type="body" sz="quarter" idx="15"/>
          </p:nvPr>
        </p:nvSpPr>
        <p:spPr>
          <a:xfrm>
            <a:off x="4486667" y="1559108"/>
            <a:ext cx="7022164" cy="316995"/>
          </a:xfrm>
          <a:prstGeom prst="rect">
            <a:avLst/>
          </a:prstGeom>
        </p:spPr>
        <p:txBody>
          <a:bodyPr vert="horz" lIns="0" tIns="0" rIns="0" bIns="0"/>
          <a:lstStyle>
            <a:lvl1pPr marL="0" indent="0">
              <a:buNone/>
              <a:defRPr sz="1067" baseline="0">
                <a:solidFill>
                  <a:srgbClr val="004691"/>
                </a:solidFill>
                <a:latin typeface="TIM Sans" panose="00000500000000000000" pitchFamily="50" charset="0"/>
              </a:defRPr>
            </a:lvl1pPr>
            <a:lvl2pPr>
              <a:defRPr sz="1467">
                <a:solidFill>
                  <a:schemeClr val="accent1"/>
                </a:solidFill>
                <a:latin typeface="Franklin Gothic Medium"/>
              </a:defRPr>
            </a:lvl2pPr>
            <a:lvl3pPr>
              <a:defRPr sz="1467">
                <a:solidFill>
                  <a:schemeClr val="accent1"/>
                </a:solidFill>
                <a:latin typeface="Franklin Gothic Medium"/>
              </a:defRPr>
            </a:lvl3pPr>
            <a:lvl4pPr>
              <a:defRPr sz="1467">
                <a:solidFill>
                  <a:schemeClr val="accent1"/>
                </a:solidFill>
                <a:latin typeface="Franklin Gothic Medium"/>
              </a:defRPr>
            </a:lvl4pPr>
            <a:lvl5pPr>
              <a:defRPr sz="1467">
                <a:solidFill>
                  <a:schemeClr val="accent1"/>
                </a:solidFill>
                <a:latin typeface="Franklin Gothic Medium"/>
              </a:defRPr>
            </a:lvl5pPr>
          </a:lstStyle>
          <a:p>
            <a:pPr lvl="0"/>
            <a:r>
              <a:rPr lang="en-US" noProof="0"/>
              <a:t>Click to edit Master text styles</a:t>
            </a:r>
          </a:p>
        </p:txBody>
      </p:sp>
      <p:sp>
        <p:nvSpPr>
          <p:cNvPr id="16" name="Segnaposto testo 23"/>
          <p:cNvSpPr>
            <a:spLocks noGrp="1"/>
          </p:cNvSpPr>
          <p:nvPr>
            <p:ph type="body" sz="quarter" idx="16"/>
          </p:nvPr>
        </p:nvSpPr>
        <p:spPr>
          <a:xfrm>
            <a:off x="4486667" y="4905157"/>
            <a:ext cx="7022164" cy="187119"/>
          </a:xfrm>
          <a:prstGeom prst="rect">
            <a:avLst/>
          </a:prstGeom>
        </p:spPr>
        <p:txBody>
          <a:bodyPr vert="horz" lIns="0" tIns="0" rIns="0" bIns="0" anchor="ctr" anchorCtr="0"/>
          <a:lstStyle>
            <a:lvl1pPr marL="0" indent="0">
              <a:buNone/>
              <a:defRPr sz="1067" baseline="0">
                <a:solidFill>
                  <a:srgbClr val="004691"/>
                </a:solidFill>
                <a:latin typeface="TIM Sans" panose="00000500000000000000" pitchFamily="50" charset="0"/>
              </a:defRPr>
            </a:lvl1pPr>
            <a:lvl2pPr>
              <a:defRPr sz="800" baseline="0">
                <a:solidFill>
                  <a:schemeClr val="accent1"/>
                </a:solidFill>
                <a:latin typeface="Arial"/>
              </a:defRPr>
            </a:lvl2pPr>
            <a:lvl3pPr>
              <a:defRPr sz="800" baseline="0">
                <a:solidFill>
                  <a:schemeClr val="accent1"/>
                </a:solidFill>
                <a:latin typeface="Arial"/>
              </a:defRPr>
            </a:lvl3pPr>
            <a:lvl4pPr>
              <a:defRPr sz="800" baseline="0">
                <a:solidFill>
                  <a:schemeClr val="accent1"/>
                </a:solidFill>
                <a:latin typeface="Arial"/>
              </a:defRPr>
            </a:lvl4pPr>
            <a:lvl5pPr>
              <a:defRPr sz="800" baseline="0">
                <a:solidFill>
                  <a:schemeClr val="accent1"/>
                </a:solidFill>
                <a:latin typeface="Arial"/>
              </a:defRPr>
            </a:lvl5pPr>
          </a:lstStyle>
          <a:p>
            <a:pPr lvl="0"/>
            <a:r>
              <a:rPr lang="en-US" noProof="0"/>
              <a:t>Click to edit Master text styles</a:t>
            </a:r>
          </a:p>
        </p:txBody>
      </p:sp>
      <p:sp>
        <p:nvSpPr>
          <p:cNvPr id="22" name="Segnaposto testo 23"/>
          <p:cNvSpPr>
            <a:spLocks noGrp="1"/>
          </p:cNvSpPr>
          <p:nvPr>
            <p:ph type="body" sz="quarter" idx="17"/>
          </p:nvPr>
        </p:nvSpPr>
        <p:spPr>
          <a:xfrm>
            <a:off x="4486667" y="4725152"/>
            <a:ext cx="7022164" cy="179997"/>
          </a:xfrm>
          <a:prstGeom prst="rect">
            <a:avLst/>
          </a:prstGeom>
        </p:spPr>
        <p:txBody>
          <a:bodyPr vert="horz" lIns="0" tIns="0" rIns="68571" bIns="0" anchor="ctr" anchorCtr="0"/>
          <a:lstStyle>
            <a:lvl1pPr marL="0" indent="0">
              <a:buNone/>
              <a:defRPr sz="1067" baseline="0">
                <a:solidFill>
                  <a:srgbClr val="004691"/>
                </a:solidFill>
                <a:latin typeface="TIM Sans" panose="00000500000000000000" pitchFamily="50" charset="0"/>
              </a:defRPr>
            </a:lvl1pPr>
            <a:lvl2pPr>
              <a:defRPr sz="800" baseline="0">
                <a:solidFill>
                  <a:schemeClr val="accent1"/>
                </a:solidFill>
                <a:latin typeface="Arial"/>
              </a:defRPr>
            </a:lvl2pPr>
            <a:lvl3pPr>
              <a:defRPr sz="800" baseline="0">
                <a:solidFill>
                  <a:schemeClr val="accent1"/>
                </a:solidFill>
                <a:latin typeface="Arial"/>
              </a:defRPr>
            </a:lvl3pPr>
            <a:lvl4pPr>
              <a:defRPr sz="800" baseline="0">
                <a:solidFill>
                  <a:schemeClr val="accent1"/>
                </a:solidFill>
                <a:latin typeface="Arial"/>
              </a:defRPr>
            </a:lvl4pPr>
            <a:lvl5pPr>
              <a:defRPr sz="800" baseline="0">
                <a:solidFill>
                  <a:schemeClr val="accent1"/>
                </a:solidFill>
                <a:latin typeface="Arial"/>
              </a:defRPr>
            </a:lvl5pPr>
          </a:lstStyle>
          <a:p>
            <a:pPr lvl="0"/>
            <a:r>
              <a:rPr lang="en-US" noProof="0"/>
              <a:t>Click to edit Master text styles</a:t>
            </a:r>
          </a:p>
        </p:txBody>
      </p:sp>
    </p:spTree>
    <p:extLst>
      <p:ext uri="{BB962C8B-B14F-4D97-AF65-F5344CB8AC3E}">
        <p14:creationId xmlns:p14="http://schemas.microsoft.com/office/powerpoint/2010/main" val="8914350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nd blue">
    <p:spTree>
      <p:nvGrpSpPr>
        <p:cNvPr id="1" name=""/>
        <p:cNvGrpSpPr/>
        <p:nvPr/>
      </p:nvGrpSpPr>
      <p:grpSpPr>
        <a:xfrm>
          <a:off x="0" y="0"/>
          <a:ext cx="0" cy="0"/>
          <a:chOff x="0" y="0"/>
          <a:chExt cx="0" cy="0"/>
        </a:xfrm>
      </p:grpSpPr>
    </p:spTree>
    <p:extLst>
      <p:ext uri="{BB962C8B-B14F-4D97-AF65-F5344CB8AC3E}">
        <p14:creationId xmlns:p14="http://schemas.microsoft.com/office/powerpoint/2010/main" val="7030220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ulo e Texto">
    <p:spTree>
      <p:nvGrpSpPr>
        <p:cNvPr id="1" name=""/>
        <p:cNvGrpSpPr/>
        <p:nvPr/>
      </p:nvGrpSpPr>
      <p:grpSpPr>
        <a:xfrm>
          <a:off x="0" y="0"/>
          <a:ext cx="0" cy="0"/>
          <a:chOff x="0" y="0"/>
          <a:chExt cx="0" cy="0"/>
        </a:xfrm>
      </p:grpSpPr>
      <p:pic>
        <p:nvPicPr>
          <p:cNvPr id="6" name="Image 5"/>
          <p:cNvPicPr>
            <a:picLocks noChangeAspect="1"/>
          </p:cNvPicPr>
          <p:nvPr/>
        </p:nvPicPr>
        <p:blipFill>
          <a:blip cstate="print"/>
          <a:stretch>
            <a:fillRect/>
          </a:stretch>
        </p:blipFill>
        <p:spPr>
          <a:xfrm>
            <a:off x="0" y="0"/>
            <a:ext cx="211667" cy="211667"/>
          </a:xfrm>
          <a:prstGeom prst="rect">
            <a:avLst/>
          </a:prstGeom>
        </p:spPr>
      </p:pic>
      <p:sp>
        <p:nvSpPr>
          <p:cNvPr id="2" name="Title 1"/>
          <p:cNvSpPr>
            <a:spLocks noGrp="1"/>
          </p:cNvSpPr>
          <p:nvPr>
            <p:ph type="title"/>
            <p:custDataLst>
              <p:tags r:id="rId1"/>
            </p:custDataLst>
          </p:nvPr>
        </p:nvSpPr>
        <p:spPr/>
        <p:txBody>
          <a:bodyPr/>
          <a:lstStyle>
            <a:lvl1pPr>
              <a:defRPr>
                <a:solidFill>
                  <a:schemeClr val="tx2"/>
                </a:solidFill>
              </a:defRPr>
            </a:lvl1pPr>
          </a:lstStyle>
          <a:p>
            <a:r>
              <a:rPr lang="en-US" dirty="0"/>
              <a:t>Click to edit Master title style</a:t>
            </a:r>
            <a:endParaRPr lang="pt-BR" dirty="0"/>
          </a:p>
        </p:txBody>
      </p:sp>
      <p:sp>
        <p:nvSpPr>
          <p:cNvPr id="8" name="Content Placeholder 7"/>
          <p:cNvSpPr>
            <a:spLocks noGrp="1"/>
          </p:cNvSpPr>
          <p:nvPr>
            <p:ph sz="quarter" idx="12"/>
            <p:custDataLst>
              <p:tags r:id="rId2"/>
            </p:custDataLst>
          </p:nvPr>
        </p:nvSpPr>
        <p:spPr>
          <a:xfrm>
            <a:off x="427567" y="1025117"/>
            <a:ext cx="11305117" cy="4874895"/>
          </a:xfrm>
        </p:spPr>
        <p:txBody>
          <a:bodyPr/>
          <a:lstStyle>
            <a:lvl1pPr>
              <a:defRPr>
                <a:solidFill>
                  <a:schemeClr val="tx1"/>
                </a:solidFill>
              </a:defRPr>
            </a:lvl1pPr>
            <a:lvl2pPr>
              <a:defRPr>
                <a:solidFill>
                  <a:schemeClr val="tx1"/>
                </a:solidFill>
              </a:defRPr>
            </a:lvl2pPr>
            <a:lvl3pPr>
              <a:defRPr>
                <a:solidFill>
                  <a:schemeClr val="tx1"/>
                </a:solidFill>
              </a:defRPr>
            </a:lvl3pPr>
          </a:lstStyle>
          <a:p>
            <a:pPr lvl="0"/>
            <a:r>
              <a:rPr lang="en-US" dirty="0"/>
              <a:t>Click to edit Master text styles</a:t>
            </a:r>
          </a:p>
          <a:p>
            <a:pPr lvl="1"/>
            <a:r>
              <a:rPr lang="en-US" dirty="0"/>
              <a:t>Second level</a:t>
            </a:r>
          </a:p>
          <a:p>
            <a:pPr lvl="2"/>
            <a:r>
              <a:rPr lang="en-US" dirty="0"/>
              <a:t>Third level</a:t>
            </a:r>
          </a:p>
        </p:txBody>
      </p:sp>
      <p:sp>
        <p:nvSpPr>
          <p:cNvPr id="9" name="Segnaposto piè di pagina 5"/>
          <p:cNvSpPr>
            <a:spLocks noGrp="1"/>
          </p:cNvSpPr>
          <p:nvPr>
            <p:ph type="ftr" sz="quarter" idx="3"/>
            <p:custDataLst>
              <p:tags r:id="rId3"/>
            </p:custDataLst>
          </p:nvPr>
        </p:nvSpPr>
        <p:spPr>
          <a:xfrm>
            <a:off x="3695734" y="6533644"/>
            <a:ext cx="7586133" cy="324357"/>
          </a:xfrm>
          <a:prstGeom prst="rect">
            <a:avLst/>
          </a:prstGeom>
        </p:spPr>
        <p:txBody>
          <a:bodyPr/>
          <a:lstStyle>
            <a:lvl1pPr algn="r">
              <a:defRPr sz="1200">
                <a:solidFill>
                  <a:schemeClr val="accent5"/>
                </a:solidFill>
                <a:latin typeface="Arial"/>
                <a:ea typeface="MS PGothic" charset="0"/>
                <a:cs typeface="MS PGothic" charset="0"/>
              </a:defRPr>
            </a:lvl1pPr>
          </a:lstStyle>
          <a:p>
            <a:pPr>
              <a:defRPr/>
            </a:pPr>
            <a:r>
              <a:rPr lang="it-IT">
                <a:solidFill>
                  <a:srgbClr val="5E6A71"/>
                </a:solidFill>
              </a:rPr>
              <a:t>Nome do Apresentador-Diretoria/Área</a:t>
            </a:r>
            <a:endParaRPr lang="it-IT" dirty="0">
              <a:solidFill>
                <a:srgbClr val="5E6A71"/>
              </a:solidFill>
            </a:endParaRPr>
          </a:p>
        </p:txBody>
      </p:sp>
      <p:sp>
        <p:nvSpPr>
          <p:cNvPr id="10" name="Segnaposto data 4"/>
          <p:cNvSpPr>
            <a:spLocks noGrp="1"/>
          </p:cNvSpPr>
          <p:nvPr>
            <p:ph type="dt" sz="half" idx="2"/>
            <p:custDataLst>
              <p:tags r:id="rId4"/>
            </p:custDataLst>
          </p:nvPr>
        </p:nvSpPr>
        <p:spPr>
          <a:xfrm>
            <a:off x="3695734" y="6360289"/>
            <a:ext cx="7586133" cy="265867"/>
          </a:xfrm>
          <a:prstGeom prst="rect">
            <a:avLst/>
          </a:prstGeom>
        </p:spPr>
        <p:txBody>
          <a:bodyPr/>
          <a:lstStyle>
            <a:lvl1pPr algn="r">
              <a:defRPr sz="1200" b="1" i="0">
                <a:solidFill>
                  <a:schemeClr val="tx2">
                    <a:lumMod val="75000"/>
                  </a:schemeClr>
                </a:solidFill>
                <a:latin typeface="Arial"/>
                <a:ea typeface="MS PGothic" charset="0"/>
                <a:cs typeface="MS PGothic" charset="0"/>
              </a:defRPr>
            </a:lvl1pPr>
          </a:lstStyle>
          <a:p>
            <a:pPr>
              <a:defRPr/>
            </a:pPr>
            <a:r>
              <a:rPr lang="pt-BR">
                <a:solidFill>
                  <a:srgbClr val="002878">
                    <a:lumMod val="75000"/>
                  </a:srgbClr>
                </a:solidFill>
              </a:rPr>
              <a:t>Título da Apresentação</a:t>
            </a:r>
            <a:endParaRPr lang="it-IT" dirty="0">
              <a:solidFill>
                <a:srgbClr val="002878">
                  <a:lumMod val="75000"/>
                </a:srgbClr>
              </a:solidFill>
            </a:endParaRPr>
          </a:p>
        </p:txBody>
      </p:sp>
    </p:spTree>
    <p:extLst>
      <p:ext uri="{BB962C8B-B14F-4D97-AF65-F5344CB8AC3E}">
        <p14:creationId xmlns:p14="http://schemas.microsoft.com/office/powerpoint/2010/main" val="10085828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620185" y="293690"/>
            <a:ext cx="9482667" cy="434975"/>
          </a:xfrm>
          <a:prstGeom prst="rect">
            <a:avLst/>
          </a:prstGeom>
        </p:spPr>
        <p:txBody>
          <a:bodyPr/>
          <a:lstStyle>
            <a:lvl1pPr>
              <a:defRPr>
                <a:latin typeface="+mn-lt"/>
              </a:defRPr>
            </a:lvl1pPr>
          </a:lstStyle>
          <a:p>
            <a:r>
              <a:rPr lang="pt-BR" dirty="0"/>
              <a:t>Clique para editar o estilo do título mestre</a:t>
            </a:r>
          </a:p>
        </p:txBody>
      </p:sp>
    </p:spTree>
    <p:extLst>
      <p:ext uri="{BB962C8B-B14F-4D97-AF65-F5344CB8AC3E}">
        <p14:creationId xmlns:p14="http://schemas.microsoft.com/office/powerpoint/2010/main" val="13353851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itazioni">
    <p:spTree>
      <p:nvGrpSpPr>
        <p:cNvPr id="1" name=""/>
        <p:cNvGrpSpPr/>
        <p:nvPr/>
      </p:nvGrpSpPr>
      <p:grpSpPr>
        <a:xfrm>
          <a:off x="0" y="0"/>
          <a:ext cx="0" cy="0"/>
          <a:chOff x="0" y="0"/>
          <a:chExt cx="0" cy="0"/>
        </a:xfrm>
      </p:grpSpPr>
      <p:pic>
        <p:nvPicPr>
          <p:cNvPr id="2" name="Image 1"/>
          <p:cNvPicPr>
            <a:picLocks noChangeAspect="1"/>
          </p:cNvPicPr>
          <p:nvPr/>
        </p:nvPicPr>
        <p:blipFill>
          <a:blip cstate="print"/>
          <a:stretch>
            <a:fillRect/>
          </a:stretch>
        </p:blipFill>
        <p:spPr>
          <a:xfrm>
            <a:off x="2118" y="2118"/>
            <a:ext cx="2116" cy="2116"/>
          </a:xfrm>
          <a:prstGeom prst="rect">
            <a:avLst/>
          </a:prstGeom>
        </p:spPr>
      </p:pic>
      <p:sp>
        <p:nvSpPr>
          <p:cNvPr id="5" name="Rettangolo 4"/>
          <p:cNvSpPr/>
          <p:nvPr userDrawn="1"/>
        </p:nvSpPr>
        <p:spPr>
          <a:xfrm>
            <a:off x="3407701" y="2132856"/>
            <a:ext cx="8784299" cy="1944216"/>
          </a:xfrm>
          <a:prstGeom prst="rect">
            <a:avLst/>
          </a:prstGeom>
          <a:solidFill>
            <a:srgbClr val="004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77"/>
            <a:endParaRPr lang="it-IT" sz="2400">
              <a:solidFill>
                <a:prstClr val="white"/>
              </a:solidFill>
            </a:endParaRPr>
          </a:p>
        </p:txBody>
      </p:sp>
      <p:sp>
        <p:nvSpPr>
          <p:cNvPr id="6" name="Segnaposto testo 7"/>
          <p:cNvSpPr>
            <a:spLocks noGrp="1"/>
          </p:cNvSpPr>
          <p:nvPr>
            <p:ph type="body" sz="quarter" idx="12"/>
          </p:nvPr>
        </p:nvSpPr>
        <p:spPr>
          <a:xfrm>
            <a:off x="3983769" y="2529229"/>
            <a:ext cx="7745743" cy="1151483"/>
          </a:xfrm>
        </p:spPr>
        <p:txBody>
          <a:bodyPr anchor="ctr"/>
          <a:lstStyle>
            <a:lvl1pPr>
              <a:lnSpc>
                <a:spcPct val="100000"/>
              </a:lnSpc>
              <a:defRPr sz="3600">
                <a:solidFill>
                  <a:schemeClr val="bg1"/>
                </a:solidFill>
                <a:latin typeface="TIM Sans Medium" panose="02020503040602060503" pitchFamily="18" charset="0"/>
              </a:defRPr>
            </a:lvl1pPr>
            <a:lvl2pPr>
              <a:defRPr>
                <a:latin typeface="+mn-lt"/>
              </a:defRPr>
            </a:lvl2pPr>
            <a:lvl3pPr>
              <a:defRPr>
                <a:latin typeface="+mn-lt"/>
              </a:defRPr>
            </a:lvl3pPr>
            <a:lvl4pPr>
              <a:defRPr>
                <a:latin typeface="+mn-lt"/>
              </a:defRPr>
            </a:lvl4pPr>
            <a:lvl5pPr>
              <a:defRPr>
                <a:latin typeface="+mn-lt"/>
              </a:defRPr>
            </a:lvl5pPr>
          </a:lstStyle>
          <a:p>
            <a:pPr lvl="0"/>
            <a:r>
              <a:rPr lang="it-IT"/>
              <a:t>Fare clic per modificare stili del testo dello schema</a:t>
            </a:r>
          </a:p>
        </p:txBody>
      </p:sp>
      <p:sp>
        <p:nvSpPr>
          <p:cNvPr id="7" name="Segnaposto testo 2"/>
          <p:cNvSpPr>
            <a:spLocks noGrp="1"/>
          </p:cNvSpPr>
          <p:nvPr>
            <p:ph type="body" sz="quarter" idx="10" hasCustomPrompt="1"/>
          </p:nvPr>
        </p:nvSpPr>
        <p:spPr>
          <a:xfrm>
            <a:off x="3790956" y="6344693"/>
            <a:ext cx="7461249" cy="133351"/>
          </a:xfrm>
        </p:spPr>
        <p:txBody>
          <a:bodyPr/>
          <a:lstStyle>
            <a:lvl1pPr algn="r">
              <a:defRPr sz="800" b="1">
                <a:solidFill>
                  <a:schemeClr val="accent2"/>
                </a:solidFill>
              </a:defRPr>
            </a:lvl1pPr>
          </a:lstStyle>
          <a:p>
            <a:pPr>
              <a:lnSpc>
                <a:spcPct val="100000"/>
              </a:lnSpc>
            </a:pPr>
            <a:r>
              <a:rPr lang="it-IT" dirty="0"/>
              <a:t>Titolo della relazione</a:t>
            </a:r>
          </a:p>
        </p:txBody>
      </p:sp>
      <p:sp>
        <p:nvSpPr>
          <p:cNvPr id="8" name="Segnaposto testo 4"/>
          <p:cNvSpPr>
            <a:spLocks noGrp="1"/>
          </p:cNvSpPr>
          <p:nvPr>
            <p:ph type="body" sz="quarter" idx="11" hasCustomPrompt="1"/>
          </p:nvPr>
        </p:nvSpPr>
        <p:spPr>
          <a:xfrm>
            <a:off x="3790956" y="6450539"/>
            <a:ext cx="7461249" cy="130175"/>
          </a:xfrm>
        </p:spPr>
        <p:txBody>
          <a:bodyPr/>
          <a:lstStyle>
            <a:lvl1pPr algn="r">
              <a:defRPr sz="800">
                <a:solidFill>
                  <a:schemeClr val="accent3"/>
                </a:solidFill>
              </a:defRPr>
            </a:lvl1pPr>
          </a:lstStyle>
          <a:p>
            <a:pPr lvl="0"/>
            <a:r>
              <a:rPr lang="it-IT" dirty="0"/>
              <a:t>Nome del Relatore, Nome Struttura</a:t>
            </a:r>
          </a:p>
        </p:txBody>
      </p:sp>
    </p:spTree>
    <p:extLst>
      <p:ext uri="{BB962C8B-B14F-4D97-AF65-F5344CB8AC3E}">
        <p14:creationId xmlns:p14="http://schemas.microsoft.com/office/powerpoint/2010/main" val="3090688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ulo e Texto">
    <p:spTree>
      <p:nvGrpSpPr>
        <p:cNvPr id="1" name=""/>
        <p:cNvGrpSpPr/>
        <p:nvPr/>
      </p:nvGrpSpPr>
      <p:grpSpPr>
        <a:xfrm>
          <a:off x="0" y="0"/>
          <a:ext cx="0" cy="0"/>
          <a:chOff x="0" y="0"/>
          <a:chExt cx="0" cy="0"/>
        </a:xfrm>
      </p:grpSpPr>
      <p:pic>
        <p:nvPicPr>
          <p:cNvPr id="6" name="Image 5"/>
          <p:cNvPicPr>
            <a:picLocks noChangeAspect="1"/>
          </p:cNvPicPr>
          <p:nvPr/>
        </p:nvPicPr>
        <p:blipFill>
          <a:blip cstate="print"/>
          <a:stretch>
            <a:fillRect/>
          </a:stretch>
        </p:blipFill>
        <p:spPr>
          <a:xfrm>
            <a:off x="0" y="0"/>
            <a:ext cx="211667" cy="211667"/>
          </a:xfrm>
          <a:prstGeom prst="rect">
            <a:avLst/>
          </a:prstGeom>
        </p:spPr>
      </p:pic>
      <p:sp>
        <p:nvSpPr>
          <p:cNvPr id="2" name="Title 1"/>
          <p:cNvSpPr>
            <a:spLocks noGrp="1"/>
          </p:cNvSpPr>
          <p:nvPr>
            <p:ph type="title"/>
            <p:custDataLst>
              <p:tags r:id="rId1"/>
            </p:custDataLst>
          </p:nvPr>
        </p:nvSpPr>
        <p:spPr/>
        <p:txBody>
          <a:bodyPr/>
          <a:lstStyle>
            <a:lvl1pPr>
              <a:defRPr>
                <a:solidFill>
                  <a:schemeClr val="tx2"/>
                </a:solidFill>
              </a:defRPr>
            </a:lvl1pPr>
          </a:lstStyle>
          <a:p>
            <a:r>
              <a:rPr lang="en-US" dirty="0"/>
              <a:t>Click to edit Master title style</a:t>
            </a:r>
            <a:endParaRPr lang="pt-BR" dirty="0"/>
          </a:p>
        </p:txBody>
      </p:sp>
      <p:sp>
        <p:nvSpPr>
          <p:cNvPr id="8" name="Content Placeholder 7"/>
          <p:cNvSpPr>
            <a:spLocks noGrp="1"/>
          </p:cNvSpPr>
          <p:nvPr>
            <p:ph sz="quarter" idx="12"/>
            <p:custDataLst>
              <p:tags r:id="rId2"/>
            </p:custDataLst>
          </p:nvPr>
        </p:nvSpPr>
        <p:spPr>
          <a:xfrm>
            <a:off x="427567" y="1025117"/>
            <a:ext cx="11305117" cy="4874895"/>
          </a:xfrm>
        </p:spPr>
        <p:txBody>
          <a:bodyPr/>
          <a:lstStyle>
            <a:lvl1pPr>
              <a:defRPr>
                <a:solidFill>
                  <a:schemeClr val="tx1"/>
                </a:solidFill>
              </a:defRPr>
            </a:lvl1pPr>
            <a:lvl2pPr>
              <a:defRPr>
                <a:solidFill>
                  <a:schemeClr val="tx1"/>
                </a:solidFill>
              </a:defRPr>
            </a:lvl2pPr>
            <a:lvl3pPr>
              <a:defRPr>
                <a:solidFill>
                  <a:schemeClr val="tx1"/>
                </a:solidFill>
              </a:defRPr>
            </a:lvl3pPr>
          </a:lstStyle>
          <a:p>
            <a:pPr lvl="0"/>
            <a:r>
              <a:rPr lang="en-US" dirty="0"/>
              <a:t>Click to edit Master text styles</a:t>
            </a:r>
          </a:p>
          <a:p>
            <a:pPr lvl="1"/>
            <a:r>
              <a:rPr lang="en-US" dirty="0"/>
              <a:t>Second level</a:t>
            </a:r>
          </a:p>
          <a:p>
            <a:pPr lvl="2"/>
            <a:r>
              <a:rPr lang="en-US" dirty="0"/>
              <a:t>Third level</a:t>
            </a:r>
          </a:p>
        </p:txBody>
      </p:sp>
      <p:sp>
        <p:nvSpPr>
          <p:cNvPr id="9" name="Segnaposto piè di pagina 5"/>
          <p:cNvSpPr>
            <a:spLocks noGrp="1"/>
          </p:cNvSpPr>
          <p:nvPr>
            <p:ph type="ftr" sz="quarter" idx="3"/>
            <p:custDataLst>
              <p:tags r:id="rId3"/>
            </p:custDataLst>
          </p:nvPr>
        </p:nvSpPr>
        <p:spPr>
          <a:xfrm>
            <a:off x="3695734" y="6533644"/>
            <a:ext cx="7586133" cy="324357"/>
          </a:xfrm>
          <a:prstGeom prst="rect">
            <a:avLst/>
          </a:prstGeom>
        </p:spPr>
        <p:txBody>
          <a:bodyPr/>
          <a:lstStyle>
            <a:lvl1pPr algn="r">
              <a:defRPr sz="1200">
                <a:solidFill>
                  <a:schemeClr val="accent5"/>
                </a:solidFill>
                <a:latin typeface="Arial"/>
                <a:ea typeface="MS PGothic" charset="0"/>
                <a:cs typeface="MS PGothic" charset="0"/>
              </a:defRPr>
            </a:lvl1pPr>
          </a:lstStyle>
          <a:p>
            <a:pPr>
              <a:defRPr/>
            </a:pPr>
            <a:r>
              <a:rPr lang="it-IT">
                <a:solidFill>
                  <a:srgbClr val="5E6A71"/>
                </a:solidFill>
              </a:rPr>
              <a:t>Nome do Apresentador-Diretoria/Área</a:t>
            </a:r>
            <a:endParaRPr lang="it-IT" dirty="0">
              <a:solidFill>
                <a:srgbClr val="5E6A71"/>
              </a:solidFill>
            </a:endParaRPr>
          </a:p>
        </p:txBody>
      </p:sp>
      <p:sp>
        <p:nvSpPr>
          <p:cNvPr id="10" name="Segnaposto data 4"/>
          <p:cNvSpPr>
            <a:spLocks noGrp="1"/>
          </p:cNvSpPr>
          <p:nvPr>
            <p:ph type="dt" sz="half" idx="2"/>
            <p:custDataLst>
              <p:tags r:id="rId4"/>
            </p:custDataLst>
          </p:nvPr>
        </p:nvSpPr>
        <p:spPr>
          <a:xfrm>
            <a:off x="3695734" y="6360289"/>
            <a:ext cx="7586133" cy="265867"/>
          </a:xfrm>
          <a:prstGeom prst="rect">
            <a:avLst/>
          </a:prstGeom>
        </p:spPr>
        <p:txBody>
          <a:bodyPr/>
          <a:lstStyle>
            <a:lvl1pPr algn="r">
              <a:defRPr sz="1200" b="1" i="0">
                <a:solidFill>
                  <a:schemeClr val="tx2">
                    <a:lumMod val="75000"/>
                  </a:schemeClr>
                </a:solidFill>
                <a:latin typeface="Arial"/>
                <a:ea typeface="MS PGothic" charset="0"/>
                <a:cs typeface="MS PGothic" charset="0"/>
              </a:defRPr>
            </a:lvl1pPr>
          </a:lstStyle>
          <a:p>
            <a:pPr>
              <a:defRPr/>
            </a:pPr>
            <a:r>
              <a:rPr lang="pt-BR">
                <a:solidFill>
                  <a:srgbClr val="002878">
                    <a:lumMod val="75000"/>
                  </a:srgbClr>
                </a:solidFill>
              </a:rPr>
              <a:t>Título da Apresentação</a:t>
            </a:r>
            <a:endParaRPr lang="it-IT" dirty="0">
              <a:solidFill>
                <a:srgbClr val="002878">
                  <a:lumMod val="75000"/>
                </a:srgbClr>
              </a:solidFill>
            </a:endParaRPr>
          </a:p>
        </p:txBody>
      </p:sp>
    </p:spTree>
    <p:extLst>
      <p:ext uri="{BB962C8B-B14F-4D97-AF65-F5344CB8AC3E}">
        <p14:creationId xmlns:p14="http://schemas.microsoft.com/office/powerpoint/2010/main" val="21976298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620185" y="293690"/>
            <a:ext cx="9482667" cy="434975"/>
          </a:xfrm>
          <a:prstGeom prst="rect">
            <a:avLst/>
          </a:prstGeom>
        </p:spPr>
        <p:txBody>
          <a:bodyPr/>
          <a:lstStyle>
            <a:lvl1pPr>
              <a:defRPr>
                <a:latin typeface="+mn-lt"/>
              </a:defRPr>
            </a:lvl1pPr>
          </a:lstStyle>
          <a:p>
            <a:r>
              <a:rPr lang="pt-BR" dirty="0"/>
              <a:t>Clique para editar o estilo do título mestre</a:t>
            </a:r>
          </a:p>
        </p:txBody>
      </p:sp>
    </p:spTree>
    <p:extLst>
      <p:ext uri="{BB962C8B-B14F-4D97-AF65-F5344CB8AC3E}">
        <p14:creationId xmlns:p14="http://schemas.microsoft.com/office/powerpoint/2010/main" val="21812766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Citazioni">
    <p:spTree>
      <p:nvGrpSpPr>
        <p:cNvPr id="1" name=""/>
        <p:cNvGrpSpPr/>
        <p:nvPr/>
      </p:nvGrpSpPr>
      <p:grpSpPr>
        <a:xfrm>
          <a:off x="0" y="0"/>
          <a:ext cx="0" cy="0"/>
          <a:chOff x="0" y="0"/>
          <a:chExt cx="0" cy="0"/>
        </a:xfrm>
      </p:grpSpPr>
      <p:pic>
        <p:nvPicPr>
          <p:cNvPr id="2" name="Image 1"/>
          <p:cNvPicPr>
            <a:picLocks noChangeAspect="1"/>
          </p:cNvPicPr>
          <p:nvPr/>
        </p:nvPicPr>
        <p:blipFill>
          <a:blip cstate="print"/>
          <a:stretch>
            <a:fillRect/>
          </a:stretch>
        </p:blipFill>
        <p:spPr>
          <a:xfrm>
            <a:off x="2118" y="2118"/>
            <a:ext cx="2116" cy="2116"/>
          </a:xfrm>
          <a:prstGeom prst="rect">
            <a:avLst/>
          </a:prstGeom>
        </p:spPr>
      </p:pic>
      <p:sp>
        <p:nvSpPr>
          <p:cNvPr id="5" name="Rettangolo 4"/>
          <p:cNvSpPr/>
          <p:nvPr userDrawn="1"/>
        </p:nvSpPr>
        <p:spPr>
          <a:xfrm>
            <a:off x="3407701" y="2132856"/>
            <a:ext cx="8784299" cy="1944216"/>
          </a:xfrm>
          <a:prstGeom prst="rect">
            <a:avLst/>
          </a:prstGeom>
          <a:solidFill>
            <a:srgbClr val="004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77"/>
            <a:endParaRPr lang="it-IT" sz="2400">
              <a:solidFill>
                <a:prstClr val="white"/>
              </a:solidFill>
            </a:endParaRPr>
          </a:p>
        </p:txBody>
      </p:sp>
      <p:sp>
        <p:nvSpPr>
          <p:cNvPr id="6" name="Segnaposto testo 7"/>
          <p:cNvSpPr>
            <a:spLocks noGrp="1"/>
          </p:cNvSpPr>
          <p:nvPr>
            <p:ph type="body" sz="quarter" idx="12"/>
          </p:nvPr>
        </p:nvSpPr>
        <p:spPr>
          <a:xfrm>
            <a:off x="3983769" y="2529229"/>
            <a:ext cx="7745743" cy="1151483"/>
          </a:xfrm>
        </p:spPr>
        <p:txBody>
          <a:bodyPr anchor="ctr"/>
          <a:lstStyle>
            <a:lvl1pPr>
              <a:lnSpc>
                <a:spcPct val="100000"/>
              </a:lnSpc>
              <a:defRPr sz="3600">
                <a:solidFill>
                  <a:schemeClr val="bg1"/>
                </a:solidFill>
                <a:latin typeface="TIM Sans Medium" panose="02020503040602060503" pitchFamily="18" charset="0"/>
              </a:defRPr>
            </a:lvl1pPr>
            <a:lvl2pPr>
              <a:defRPr>
                <a:latin typeface="+mn-lt"/>
              </a:defRPr>
            </a:lvl2pPr>
            <a:lvl3pPr>
              <a:defRPr>
                <a:latin typeface="+mn-lt"/>
              </a:defRPr>
            </a:lvl3pPr>
            <a:lvl4pPr>
              <a:defRPr>
                <a:latin typeface="+mn-lt"/>
              </a:defRPr>
            </a:lvl4pPr>
            <a:lvl5pPr>
              <a:defRPr>
                <a:latin typeface="+mn-lt"/>
              </a:defRPr>
            </a:lvl5pPr>
          </a:lstStyle>
          <a:p>
            <a:pPr lvl="0"/>
            <a:r>
              <a:rPr lang="it-IT"/>
              <a:t>Fare clic per modificare stili del testo dello schema</a:t>
            </a:r>
          </a:p>
        </p:txBody>
      </p:sp>
      <p:sp>
        <p:nvSpPr>
          <p:cNvPr id="7" name="Segnaposto testo 2"/>
          <p:cNvSpPr>
            <a:spLocks noGrp="1"/>
          </p:cNvSpPr>
          <p:nvPr>
            <p:ph type="body" sz="quarter" idx="10" hasCustomPrompt="1"/>
          </p:nvPr>
        </p:nvSpPr>
        <p:spPr>
          <a:xfrm>
            <a:off x="3790956" y="6344693"/>
            <a:ext cx="7461249" cy="133351"/>
          </a:xfrm>
        </p:spPr>
        <p:txBody>
          <a:bodyPr/>
          <a:lstStyle>
            <a:lvl1pPr algn="r">
              <a:defRPr sz="800" b="1">
                <a:solidFill>
                  <a:schemeClr val="accent2"/>
                </a:solidFill>
              </a:defRPr>
            </a:lvl1pPr>
          </a:lstStyle>
          <a:p>
            <a:pPr>
              <a:lnSpc>
                <a:spcPct val="100000"/>
              </a:lnSpc>
            </a:pPr>
            <a:r>
              <a:rPr lang="it-IT" dirty="0"/>
              <a:t>Titolo della relazione</a:t>
            </a:r>
          </a:p>
        </p:txBody>
      </p:sp>
      <p:sp>
        <p:nvSpPr>
          <p:cNvPr id="8" name="Segnaposto testo 4"/>
          <p:cNvSpPr>
            <a:spLocks noGrp="1"/>
          </p:cNvSpPr>
          <p:nvPr>
            <p:ph type="body" sz="quarter" idx="11" hasCustomPrompt="1"/>
          </p:nvPr>
        </p:nvSpPr>
        <p:spPr>
          <a:xfrm>
            <a:off x="3790956" y="6450539"/>
            <a:ext cx="7461249" cy="130175"/>
          </a:xfrm>
        </p:spPr>
        <p:txBody>
          <a:bodyPr/>
          <a:lstStyle>
            <a:lvl1pPr algn="r">
              <a:defRPr sz="800">
                <a:solidFill>
                  <a:schemeClr val="accent3"/>
                </a:solidFill>
              </a:defRPr>
            </a:lvl1pPr>
          </a:lstStyle>
          <a:p>
            <a:pPr lvl="0"/>
            <a:r>
              <a:rPr lang="it-IT" dirty="0"/>
              <a:t>Nome del Relatore, Nome Struttura</a:t>
            </a:r>
          </a:p>
        </p:txBody>
      </p:sp>
    </p:spTree>
    <p:extLst>
      <p:ext uri="{BB962C8B-B14F-4D97-AF65-F5344CB8AC3E}">
        <p14:creationId xmlns:p14="http://schemas.microsoft.com/office/powerpoint/2010/main" val="3162094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19.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5" Type="http://schemas.openxmlformats.org/officeDocument/2006/relationships/image" Target="../media/image5.png"/><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5" Type="http://schemas.openxmlformats.org/officeDocument/2006/relationships/image" Target="../media/image5.png"/><Relationship Id="rId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1"/>
          <p:cNvPicPr>
            <a:picLocks noChangeAspect="1"/>
          </p:cNvPicPr>
          <p:nvPr/>
        </p:nvPicPr>
        <p:blipFill>
          <a:blip cstate="print"/>
          <a:stretch>
            <a:fillRect/>
          </a:stretch>
        </p:blipFill>
        <p:spPr>
          <a:xfrm>
            <a:off x="2119" y="1591"/>
            <a:ext cx="2116" cy="1587"/>
          </a:xfrm>
          <a:prstGeom prst="rect">
            <a:avLst/>
          </a:prstGeom>
        </p:spPr>
      </p:pic>
      <p:sp>
        <p:nvSpPr>
          <p:cNvPr id="14" name="Rectangle 2"/>
          <p:cNvSpPr>
            <a:spLocks noGrp="1" noChangeArrowheads="1"/>
          </p:cNvSpPr>
          <p:nvPr>
            <p:ph type="title"/>
          </p:nvPr>
        </p:nvSpPr>
        <p:spPr bwMode="auto">
          <a:xfrm>
            <a:off x="412752" y="360363"/>
            <a:ext cx="11279717"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it-IT" dirty="0"/>
              <a:t>Titolo slide testo TIM Sans Grassetto 22 </a:t>
            </a:r>
            <a:r>
              <a:rPr lang="it-IT" dirty="0" err="1"/>
              <a:t>pt</a:t>
            </a:r>
            <a:r>
              <a:rPr lang="it-IT" dirty="0"/>
              <a:t> </a:t>
            </a:r>
          </a:p>
        </p:txBody>
      </p:sp>
      <p:sp>
        <p:nvSpPr>
          <p:cNvPr id="15" name="CasellaDiTesto 10"/>
          <p:cNvSpPr txBox="1">
            <a:spLocks noChangeArrowheads="1"/>
          </p:cNvSpPr>
          <p:nvPr/>
        </p:nvSpPr>
        <p:spPr bwMode="auto">
          <a:xfrm>
            <a:off x="11296653" y="6453188"/>
            <a:ext cx="556683" cy="138112"/>
          </a:xfrm>
          <a:prstGeom prst="rect">
            <a:avLst/>
          </a:prstGeom>
          <a:noFill/>
          <a:ln>
            <a:noFill/>
          </a:ln>
        </p:spPr>
        <p:txBody>
          <a:bodyPr tIns="0" bIns="0">
            <a:spAutoFit/>
          </a:bodyPr>
          <a:lstStyle>
            <a:lvl1pPr eaLnBrk="0" hangingPunct="0">
              <a:defRPr>
                <a:solidFill>
                  <a:schemeClr val="tx1"/>
                </a:solidFill>
                <a:latin typeface="Franklin Gothic Demi" charset="0"/>
                <a:ea typeface="MS PGothic" charset="0"/>
                <a:cs typeface="MS PGothic" charset="0"/>
              </a:defRPr>
            </a:lvl1pPr>
            <a:lvl2pPr marL="742950" indent="-285750" eaLnBrk="0" hangingPunct="0">
              <a:defRPr>
                <a:solidFill>
                  <a:schemeClr val="tx1"/>
                </a:solidFill>
                <a:latin typeface="Franklin Gothic Demi" charset="0"/>
                <a:ea typeface="MS PGothic" charset="0"/>
                <a:cs typeface="MS PGothic" charset="0"/>
              </a:defRPr>
            </a:lvl2pPr>
            <a:lvl3pPr marL="1143000" indent="-228600" eaLnBrk="0" hangingPunct="0">
              <a:defRPr>
                <a:solidFill>
                  <a:schemeClr val="tx1"/>
                </a:solidFill>
                <a:latin typeface="Franklin Gothic Demi" charset="0"/>
                <a:ea typeface="MS PGothic" charset="0"/>
                <a:cs typeface="MS PGothic" charset="0"/>
              </a:defRPr>
            </a:lvl3pPr>
            <a:lvl4pPr marL="1600200" indent="-228600" eaLnBrk="0" hangingPunct="0">
              <a:defRPr>
                <a:solidFill>
                  <a:schemeClr val="tx1"/>
                </a:solidFill>
                <a:latin typeface="Franklin Gothic Demi" charset="0"/>
                <a:ea typeface="MS PGothic" charset="0"/>
                <a:cs typeface="MS PGothic" charset="0"/>
              </a:defRPr>
            </a:lvl4pPr>
            <a:lvl5pPr marL="2057400" indent="-228600" eaLnBrk="0" hangingPunct="0">
              <a:defRPr>
                <a:solidFill>
                  <a:schemeClr val="tx1"/>
                </a:solidFill>
                <a:latin typeface="Franklin Gothic Demi"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Franklin Gothic Demi"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Franklin Gothic Demi"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Franklin Gothic Demi"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Franklin Gothic Demi" charset="0"/>
                <a:ea typeface="MS PGothic" charset="0"/>
                <a:cs typeface="MS PGothic" charset="0"/>
              </a:defRPr>
            </a:lvl9pPr>
          </a:lstStyle>
          <a:p>
            <a:pPr algn="r" eaLnBrk="1" hangingPunct="1">
              <a:defRPr/>
            </a:pPr>
            <a:fld id="{E57557E4-A33F-4F68-B3B9-5C4EC024384C}" type="slidenum">
              <a:rPr lang="it-IT" sz="900" smtClean="0">
                <a:solidFill>
                  <a:srgbClr val="000000"/>
                </a:solidFill>
                <a:latin typeface="TIM Sans" panose="00000500000000000000" pitchFamily="50" charset="0"/>
              </a:rPr>
              <a:pPr algn="r" eaLnBrk="1" hangingPunct="1">
                <a:defRPr/>
              </a:pPr>
              <a:t>‹nº›</a:t>
            </a:fld>
            <a:endParaRPr lang="it-IT" sz="900" dirty="0">
              <a:solidFill>
                <a:srgbClr val="000000"/>
              </a:solidFill>
              <a:latin typeface="TIM Sans" panose="00000500000000000000" pitchFamily="50" charset="0"/>
            </a:endParaRPr>
          </a:p>
        </p:txBody>
      </p:sp>
      <p:cxnSp>
        <p:nvCxnSpPr>
          <p:cNvPr id="16" name="Connettore 1 15"/>
          <p:cNvCxnSpPr/>
          <p:nvPr/>
        </p:nvCxnSpPr>
        <p:spPr>
          <a:xfrm>
            <a:off x="11370733" y="6351588"/>
            <a:ext cx="0" cy="260350"/>
          </a:xfrm>
          <a:prstGeom prst="line">
            <a:avLst/>
          </a:prstGeom>
          <a:ln w="6350" cmpd="sng">
            <a:solidFill>
              <a:srgbClr val="EB0028"/>
            </a:solidFill>
          </a:ln>
          <a:effectLst/>
        </p:spPr>
        <p:style>
          <a:lnRef idx="2">
            <a:schemeClr val="accent1"/>
          </a:lnRef>
          <a:fillRef idx="0">
            <a:schemeClr val="accent1"/>
          </a:fillRef>
          <a:effectRef idx="1">
            <a:schemeClr val="accent1"/>
          </a:effectRef>
          <a:fontRef idx="minor">
            <a:schemeClr val="tx1"/>
          </a:fontRef>
        </p:style>
      </p:cxnSp>
      <p:sp>
        <p:nvSpPr>
          <p:cNvPr id="17" name="Rectangle 3"/>
          <p:cNvSpPr>
            <a:spLocks noGrp="1" noChangeArrowheads="1"/>
          </p:cNvSpPr>
          <p:nvPr>
            <p:ph type="body" idx="1"/>
          </p:nvPr>
        </p:nvSpPr>
        <p:spPr bwMode="auto">
          <a:xfrm>
            <a:off x="419104" y="942975"/>
            <a:ext cx="11267017" cy="458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it-IT" dirty="0"/>
              <a:t>Fare clic per modificare gli stili del testo dello schema</a:t>
            </a:r>
          </a:p>
          <a:p>
            <a:pPr lvl="1"/>
            <a:r>
              <a:rPr lang="it-IT" dirty="0"/>
              <a:t>Secondo livello</a:t>
            </a:r>
          </a:p>
          <a:p>
            <a:pPr lvl="2"/>
            <a:r>
              <a:rPr lang="it-IT" dirty="0"/>
              <a:t>Terzo livello</a:t>
            </a:r>
          </a:p>
        </p:txBody>
      </p:sp>
      <p:pic>
        <p:nvPicPr>
          <p:cNvPr id="20" name="Immagine 19" descr="secondario_rgb.png"/>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431372" y="6381333"/>
            <a:ext cx="1265277" cy="251247"/>
          </a:xfrm>
          <a:prstGeom prst="rect">
            <a:avLst/>
          </a:prstGeom>
        </p:spPr>
      </p:pic>
      <p:sp>
        <p:nvSpPr>
          <p:cNvPr id="9" name="Segnaposto testo 2"/>
          <p:cNvSpPr txBox="1">
            <a:spLocks/>
          </p:cNvSpPr>
          <p:nvPr/>
        </p:nvSpPr>
        <p:spPr>
          <a:xfrm>
            <a:off x="1714432" y="6339979"/>
            <a:ext cx="7461249" cy="133350"/>
          </a:xfrm>
          <a:prstGeom prst="rect">
            <a:avLst/>
          </a:prstGeom>
        </p:spPr>
        <p:txBody>
          <a:bodyPr/>
          <a:lstStyle>
            <a:defPPr>
              <a:defRPr lang="it-IT"/>
            </a:defPPr>
            <a:lvl1pPr indent="0" defTabSz="685800">
              <a:lnSpc>
                <a:spcPct val="150000"/>
              </a:lnSpc>
              <a:spcBef>
                <a:spcPts val="750"/>
              </a:spcBef>
              <a:buFontTx/>
              <a:buNone/>
              <a:defRPr sz="800">
                <a:solidFill>
                  <a:schemeClr val="accent3"/>
                </a:solidFill>
                <a:latin typeface="TIM Sans" panose="00000500000000000000" pitchFamily="2" charset="0"/>
              </a:defRPr>
            </a:lvl1pPr>
            <a:lvl2pPr marL="342900" indent="0" defTabSz="685800">
              <a:lnSpc>
                <a:spcPct val="150000"/>
              </a:lnSpc>
              <a:spcBef>
                <a:spcPts val="375"/>
              </a:spcBef>
              <a:buFontTx/>
              <a:buNone/>
              <a:defRPr sz="1600">
                <a:latin typeface="TIM Sans" panose="00000500000000000000" pitchFamily="2" charset="0"/>
              </a:defRPr>
            </a:lvl2pPr>
            <a:lvl3pPr marL="685800" indent="0" defTabSz="685800">
              <a:lnSpc>
                <a:spcPct val="150000"/>
              </a:lnSpc>
              <a:spcBef>
                <a:spcPts val="375"/>
              </a:spcBef>
              <a:buFontTx/>
              <a:buNone/>
              <a:defRPr sz="1400">
                <a:latin typeface="TIM Sans" panose="00000500000000000000" pitchFamily="2" charset="0"/>
              </a:defRPr>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r>
              <a:rPr lang="it-IT" sz="800" dirty="0" err="1">
                <a:solidFill>
                  <a:srgbClr val="A0A0A0"/>
                </a:solidFill>
              </a:rPr>
              <a:t>Confidential</a:t>
            </a:r>
            <a:r>
              <a:rPr lang="it-IT" sz="800" dirty="0">
                <a:solidFill>
                  <a:srgbClr val="A0A0A0"/>
                </a:solidFill>
              </a:rPr>
              <a:t> – Market Sensitive</a:t>
            </a:r>
          </a:p>
        </p:txBody>
      </p:sp>
      <p:grpSp>
        <p:nvGrpSpPr>
          <p:cNvPr id="10" name="Harvey 4" hidden="1"/>
          <p:cNvGrpSpPr>
            <a:grpSpLocks noChangeAspect="1"/>
          </p:cNvGrpSpPr>
          <p:nvPr>
            <p:custDataLst>
              <p:tags r:id="rId20"/>
            </p:custDataLst>
          </p:nvPr>
        </p:nvGrpSpPr>
        <p:grpSpPr>
          <a:xfrm>
            <a:off x="12319000" y="0"/>
            <a:ext cx="292608" cy="292608"/>
            <a:chOff x="0" y="0"/>
            <a:chExt cx="914400" cy="914400"/>
          </a:xfrm>
          <a:solidFill>
            <a:schemeClr val="tx1"/>
          </a:solidFill>
        </p:grpSpPr>
        <p:sp>
          <p:nvSpPr>
            <p:cNvPr id="11" name="Harvey 0/4 [0]" hidden="1"/>
            <p:cNvSpPr>
              <a:spLocks noChangeAspect="1"/>
            </p:cNvSpPr>
            <p:nvPr>
              <p:custDataLst>
                <p:tags r:id="rId21"/>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Harvey 1/4 [1]" hidden="1"/>
            <p:cNvSpPr>
              <a:spLocks noChangeAspect="1"/>
            </p:cNvSpPr>
            <p:nvPr>
              <p:custDataLst>
                <p:tags r:id="rId22"/>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Harvey 2/4 [2]" hidden="1"/>
            <p:cNvSpPr>
              <a:spLocks noChangeAspect="1"/>
            </p:cNvSpPr>
            <p:nvPr>
              <p:custDataLst>
                <p:tags r:id="rId23"/>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Harvey 3/4 [3]" hidden="1"/>
            <p:cNvSpPr>
              <a:spLocks noChangeAspect="1"/>
            </p:cNvSpPr>
            <p:nvPr>
              <p:custDataLst>
                <p:tags r:id="rId24"/>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Harvey 4/4 [4]" hidden="1"/>
            <p:cNvSpPr>
              <a:spLocks noChangeAspect="1"/>
            </p:cNvSpPr>
            <p:nvPr>
              <p:custDataLst>
                <p:tags r:id="rId25"/>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 name="MSIPCMe028470c8aad1be356ceb85b" descr="{&quot;HashCode&quot;:-328189952,&quot;Placement&quot;:&quot;Footer&quot;,&quot;Top&quot;:522.0343,&quot;Left&quot;:420.527649,&quot;SlideWidth&quot;:960,&quot;SlideHeight&quot;:540}"/>
          <p:cNvSpPr txBox="1"/>
          <p:nvPr userDrawn="1"/>
        </p:nvSpPr>
        <p:spPr>
          <a:xfrm>
            <a:off x="5340701" y="6629836"/>
            <a:ext cx="1510599" cy="228163"/>
          </a:xfrm>
          <a:prstGeom prst="rect">
            <a:avLst/>
          </a:prstGeom>
          <a:noFill/>
        </p:spPr>
        <p:txBody>
          <a:bodyPr vert="horz" wrap="square" lIns="0" tIns="0" rIns="0" bIns="0" rtlCol="0" anchor="ctr" anchorCtr="1">
            <a:spAutoFit/>
          </a:bodyPr>
          <a:lstStyle/>
          <a:p>
            <a:pPr algn="ctr">
              <a:spcBef>
                <a:spcPts val="0"/>
              </a:spcBef>
              <a:spcAft>
                <a:spcPts val="0"/>
              </a:spcAft>
            </a:pPr>
            <a:r>
              <a:rPr lang="pt-BR" sz="800">
                <a:solidFill>
                  <a:srgbClr val="737373"/>
                </a:solidFill>
                <a:latin typeface="Calibri" panose="020F0502020204030204" pitchFamily="34" charset="0"/>
              </a:rPr>
              <a:t>Classificado como Uso Interno</a:t>
            </a:r>
          </a:p>
        </p:txBody>
      </p:sp>
    </p:spTree>
    <p:extLst>
      <p:ext uri="{BB962C8B-B14F-4D97-AF65-F5344CB8AC3E}">
        <p14:creationId xmlns:p14="http://schemas.microsoft.com/office/powerpoint/2010/main" val="628386838"/>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 id="2147483839" r:id="rId12"/>
    <p:sldLayoutId id="2147483840" r:id="rId13"/>
    <p:sldLayoutId id="2147483841" r:id="rId14"/>
    <p:sldLayoutId id="2147483843" r:id="rId15"/>
    <p:sldLayoutId id="2147483976" r:id="rId16"/>
    <p:sldLayoutId id="2147484000" r:id="rId17"/>
    <p:sldLayoutId id="2147484207" r:id="rId18"/>
  </p:sldLayoutIdLst>
  <p:txStyles>
    <p:titleStyle>
      <a:lvl1pPr algn="l" defTabSz="685800" rtl="0" eaLnBrk="1" latinLnBrk="0" hangingPunct="1">
        <a:lnSpc>
          <a:spcPct val="90000"/>
        </a:lnSpc>
        <a:spcBef>
          <a:spcPct val="0"/>
        </a:spcBef>
        <a:buNone/>
        <a:defRPr sz="2000" b="1" kern="1200">
          <a:solidFill>
            <a:schemeClr val="accent1"/>
          </a:solidFill>
          <a:latin typeface="TIM Sans" panose="00000500000000000000" pitchFamily="2" charset="0"/>
          <a:ea typeface="+mj-ea"/>
          <a:cs typeface="+mj-cs"/>
        </a:defRPr>
      </a:lvl1pPr>
    </p:titleStyle>
    <p:bodyStyle>
      <a:lvl1pPr marL="0" indent="0" algn="l" defTabSz="685800" rtl="0" eaLnBrk="1" latinLnBrk="0" hangingPunct="1">
        <a:lnSpc>
          <a:spcPct val="150000"/>
        </a:lnSpc>
        <a:spcBef>
          <a:spcPts val="750"/>
        </a:spcBef>
        <a:buFontTx/>
        <a:buNone/>
        <a:defRPr sz="1800" kern="1200">
          <a:solidFill>
            <a:schemeClr val="tx1"/>
          </a:solidFill>
          <a:latin typeface="TIM Sans" panose="00000500000000000000" pitchFamily="2" charset="0"/>
          <a:ea typeface="+mn-ea"/>
          <a:cs typeface="+mn-cs"/>
        </a:defRPr>
      </a:lvl1pPr>
      <a:lvl2pPr marL="342900" indent="0" algn="l" defTabSz="685800" rtl="0" eaLnBrk="1" latinLnBrk="0" hangingPunct="1">
        <a:lnSpc>
          <a:spcPct val="150000"/>
        </a:lnSpc>
        <a:spcBef>
          <a:spcPts val="375"/>
        </a:spcBef>
        <a:buFontTx/>
        <a:buNone/>
        <a:defRPr sz="1600" kern="1200">
          <a:solidFill>
            <a:schemeClr val="tx1"/>
          </a:solidFill>
          <a:latin typeface="TIM Sans" panose="00000500000000000000" pitchFamily="2" charset="0"/>
          <a:ea typeface="+mn-ea"/>
          <a:cs typeface="+mn-cs"/>
        </a:defRPr>
      </a:lvl2pPr>
      <a:lvl3pPr marL="685800" indent="0" algn="l" defTabSz="685800" rtl="0" eaLnBrk="1" latinLnBrk="0" hangingPunct="1">
        <a:lnSpc>
          <a:spcPct val="150000"/>
        </a:lnSpc>
        <a:spcBef>
          <a:spcPts val="375"/>
        </a:spcBef>
        <a:buFontTx/>
        <a:buNone/>
        <a:defRPr sz="1400" kern="1200">
          <a:solidFill>
            <a:schemeClr val="tx1"/>
          </a:solidFill>
          <a:latin typeface="TIM Sans" panose="00000500000000000000" pitchFamily="2"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it-IT"/>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ttangolo 8"/>
          <p:cNvSpPr/>
          <p:nvPr/>
        </p:nvSpPr>
        <p:spPr>
          <a:xfrm rot="16200000">
            <a:off x="2667000" y="-2667000"/>
            <a:ext cx="6858000" cy="12192000"/>
          </a:xfrm>
          <a:prstGeom prst="rect">
            <a:avLst/>
          </a:prstGeom>
          <a:gradFill flip="none" rotWithShape="1">
            <a:gsLst>
              <a:gs pos="0">
                <a:srgbClr val="004691"/>
              </a:gs>
              <a:gs pos="100000">
                <a:srgbClr val="004691">
                  <a:alpha val="72000"/>
                </a:srgbClr>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lIns="91428" tIns="45719" rIns="91428" bIns="45719" rtlCol="0" anchor="ctr"/>
          <a:lstStyle/>
          <a:p>
            <a:pPr algn="ctr"/>
            <a:endParaRPr lang="pt-BR" sz="1867" noProof="0"/>
          </a:p>
        </p:txBody>
      </p:sp>
      <p:sp>
        <p:nvSpPr>
          <p:cNvPr id="10" name="Rettangolo 9"/>
          <p:cNvSpPr/>
          <p:nvPr/>
        </p:nvSpPr>
        <p:spPr>
          <a:xfrm>
            <a:off x="3407701" y="260651"/>
            <a:ext cx="8448939" cy="52205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lIns="91428" tIns="45719" rIns="91428" bIns="45719" rtlCol="0" anchor="ctr"/>
          <a:lstStyle/>
          <a:p>
            <a:pPr algn="ctr"/>
            <a:endParaRPr lang="pt-BR" sz="1867" noProof="0"/>
          </a:p>
        </p:txBody>
      </p:sp>
      <p:pic>
        <p:nvPicPr>
          <p:cNvPr id="6" name="Immagine 5" descr="primario_rgb.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6675" y="5877272"/>
            <a:ext cx="1359863" cy="360040"/>
          </a:xfrm>
          <a:prstGeom prst="rect">
            <a:avLst/>
          </a:prstGeom>
        </p:spPr>
      </p:pic>
      <p:pic>
        <p:nvPicPr>
          <p:cNvPr id="7" name="Immagine 6" descr="TIM_Simbolo.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45163" y="1005856"/>
            <a:ext cx="1176280" cy="982984"/>
          </a:xfrm>
          <a:prstGeom prst="rect">
            <a:avLst/>
          </a:prstGeom>
        </p:spPr>
      </p:pic>
      <p:sp>
        <p:nvSpPr>
          <p:cNvPr id="2" name="MSIPCM102a482e813b544e6730a88e" descr="{&quot;HashCode&quot;:-328189952,&quot;Placement&quot;:&quot;Footer&quot;,&quot;Top&quot;:522.0343,&quot;Left&quot;:420.527649,&quot;SlideWidth&quot;:960,&quot;SlideHeight&quot;:540}"/>
          <p:cNvSpPr txBox="1"/>
          <p:nvPr userDrawn="1"/>
        </p:nvSpPr>
        <p:spPr>
          <a:xfrm>
            <a:off x="5340701" y="6629836"/>
            <a:ext cx="1510599" cy="228163"/>
          </a:xfrm>
          <a:prstGeom prst="rect">
            <a:avLst/>
          </a:prstGeom>
          <a:noFill/>
        </p:spPr>
        <p:txBody>
          <a:bodyPr vert="horz" wrap="square" lIns="0" tIns="0" rIns="0" bIns="0" rtlCol="0" anchor="ctr" anchorCtr="1">
            <a:spAutoFit/>
          </a:bodyPr>
          <a:lstStyle/>
          <a:p>
            <a:pPr algn="ctr">
              <a:spcBef>
                <a:spcPts val="0"/>
              </a:spcBef>
              <a:spcAft>
                <a:spcPts val="0"/>
              </a:spcAft>
            </a:pPr>
            <a:r>
              <a:rPr lang="pt-BR" sz="800">
                <a:solidFill>
                  <a:srgbClr val="737373"/>
                </a:solidFill>
                <a:latin typeface="Calibri" panose="020F0502020204030204" pitchFamily="34" charset="0"/>
              </a:rPr>
              <a:t>Classificado como Uso Interno</a:t>
            </a:r>
          </a:p>
        </p:txBody>
      </p:sp>
    </p:spTree>
    <p:extLst>
      <p:ext uri="{BB962C8B-B14F-4D97-AF65-F5344CB8AC3E}">
        <p14:creationId xmlns:p14="http://schemas.microsoft.com/office/powerpoint/2010/main" val="287308083"/>
      </p:ext>
    </p:extLst>
  </p:cSld>
  <p:clrMap bg1="lt1" tx1="dk1" bg2="lt2" tx2="dk2" accent1="accent1" accent2="accent2" accent3="accent3" accent4="accent4" accent5="accent5" accent6="accent6" hlink="hlink" folHlink="folHlink"/>
  <p:sldLayoutIdLst>
    <p:sldLayoutId id="2147483865" r:id="rId1"/>
  </p:sldLayoutIdLst>
  <p:txStyles>
    <p:titleStyle>
      <a:lvl1pPr algn="l" defTabSz="685686" rtl="0" eaLnBrk="1" latinLnBrk="0" hangingPunct="1">
        <a:lnSpc>
          <a:spcPct val="90000"/>
        </a:lnSpc>
        <a:spcBef>
          <a:spcPct val="0"/>
        </a:spcBef>
        <a:buNone/>
        <a:defRPr sz="2267" b="1" kern="1200">
          <a:solidFill>
            <a:schemeClr val="tx2"/>
          </a:solidFill>
          <a:latin typeface="TIM Sans" panose="00000500000000000000" pitchFamily="2" charset="0"/>
          <a:ea typeface="+mj-ea"/>
          <a:cs typeface="+mj-cs"/>
        </a:defRPr>
      </a:lvl1pPr>
    </p:titleStyle>
    <p:bodyStyle>
      <a:lvl1pPr marL="0" indent="0" algn="l" defTabSz="685686" rtl="0" eaLnBrk="1" latinLnBrk="0" hangingPunct="1">
        <a:lnSpc>
          <a:spcPct val="150000"/>
        </a:lnSpc>
        <a:spcBef>
          <a:spcPts val="751"/>
        </a:spcBef>
        <a:buFontTx/>
        <a:buNone/>
        <a:defRPr sz="1867" kern="1200">
          <a:solidFill>
            <a:schemeClr val="tx1"/>
          </a:solidFill>
          <a:latin typeface="TIM Sans" panose="00000500000000000000" pitchFamily="2" charset="0"/>
          <a:ea typeface="+mn-ea"/>
          <a:cs typeface="+mn-cs"/>
        </a:defRPr>
      </a:lvl1pPr>
      <a:lvl2pPr marL="342842" indent="0" algn="l" defTabSz="685686" rtl="0" eaLnBrk="1" latinLnBrk="0" hangingPunct="1">
        <a:lnSpc>
          <a:spcPct val="150000"/>
        </a:lnSpc>
        <a:spcBef>
          <a:spcPts val="375"/>
        </a:spcBef>
        <a:buFontTx/>
        <a:buNone/>
        <a:defRPr sz="1600" kern="1200">
          <a:solidFill>
            <a:schemeClr val="tx1"/>
          </a:solidFill>
          <a:latin typeface="TIM Sans" panose="00000500000000000000" pitchFamily="2" charset="0"/>
          <a:ea typeface="+mn-ea"/>
          <a:cs typeface="+mn-cs"/>
        </a:defRPr>
      </a:lvl2pPr>
      <a:lvl3pPr marL="685686" indent="0" algn="l" defTabSz="685686" rtl="0" eaLnBrk="1" latinLnBrk="0" hangingPunct="1">
        <a:lnSpc>
          <a:spcPct val="150000"/>
        </a:lnSpc>
        <a:spcBef>
          <a:spcPts val="375"/>
        </a:spcBef>
        <a:buFontTx/>
        <a:buNone/>
        <a:defRPr sz="1467" kern="1200">
          <a:solidFill>
            <a:schemeClr val="tx1"/>
          </a:solidFill>
          <a:latin typeface="TIM Sans" panose="00000500000000000000" pitchFamily="2" charset="0"/>
          <a:ea typeface="+mn-ea"/>
          <a:cs typeface="+mn-cs"/>
        </a:defRPr>
      </a:lvl3pPr>
      <a:lvl4pPr marL="1199941" indent="-171422" algn="l" defTabSz="685686" rtl="0" eaLnBrk="1" latinLnBrk="0" hangingPunct="1">
        <a:lnSpc>
          <a:spcPct val="90000"/>
        </a:lnSpc>
        <a:spcBef>
          <a:spcPts val="375"/>
        </a:spcBef>
        <a:buFont typeface="Arial" panose="020B0604020202020204" pitchFamily="34" charset="0"/>
        <a:buChar char="•"/>
        <a:defRPr sz="1333" kern="1200">
          <a:solidFill>
            <a:schemeClr val="tx1"/>
          </a:solidFill>
          <a:latin typeface="+mn-lt"/>
          <a:ea typeface="+mn-ea"/>
          <a:cs typeface="+mn-cs"/>
        </a:defRPr>
      </a:lvl4pPr>
      <a:lvl5pPr marL="1542780" indent="-171422" algn="l" defTabSz="685686" rtl="0" eaLnBrk="1" latinLnBrk="0" hangingPunct="1">
        <a:lnSpc>
          <a:spcPct val="90000"/>
        </a:lnSpc>
        <a:spcBef>
          <a:spcPts val="375"/>
        </a:spcBef>
        <a:buFont typeface="Arial" panose="020B0604020202020204" pitchFamily="34" charset="0"/>
        <a:buChar char="•"/>
        <a:defRPr sz="1333" kern="1200">
          <a:solidFill>
            <a:schemeClr val="tx1"/>
          </a:solidFill>
          <a:latin typeface="+mn-lt"/>
          <a:ea typeface="+mn-ea"/>
          <a:cs typeface="+mn-cs"/>
        </a:defRPr>
      </a:lvl5pPr>
      <a:lvl6pPr marL="1885624" indent="-171422" algn="l" defTabSz="685686" rtl="0" eaLnBrk="1" latinLnBrk="0" hangingPunct="1">
        <a:lnSpc>
          <a:spcPct val="90000"/>
        </a:lnSpc>
        <a:spcBef>
          <a:spcPts val="375"/>
        </a:spcBef>
        <a:buFont typeface="Arial" panose="020B0604020202020204" pitchFamily="34" charset="0"/>
        <a:buChar char="•"/>
        <a:defRPr sz="1333" kern="1200">
          <a:solidFill>
            <a:schemeClr val="tx1"/>
          </a:solidFill>
          <a:latin typeface="+mn-lt"/>
          <a:ea typeface="+mn-ea"/>
          <a:cs typeface="+mn-cs"/>
        </a:defRPr>
      </a:lvl6pPr>
      <a:lvl7pPr marL="2228459" indent="-171422" algn="l" defTabSz="685686" rtl="0" eaLnBrk="1" latinLnBrk="0" hangingPunct="1">
        <a:lnSpc>
          <a:spcPct val="90000"/>
        </a:lnSpc>
        <a:spcBef>
          <a:spcPts val="375"/>
        </a:spcBef>
        <a:buFont typeface="Arial" panose="020B0604020202020204" pitchFamily="34" charset="0"/>
        <a:buChar char="•"/>
        <a:defRPr sz="1333" kern="1200">
          <a:solidFill>
            <a:schemeClr val="tx1"/>
          </a:solidFill>
          <a:latin typeface="+mn-lt"/>
          <a:ea typeface="+mn-ea"/>
          <a:cs typeface="+mn-cs"/>
        </a:defRPr>
      </a:lvl7pPr>
      <a:lvl8pPr marL="2571302" indent="-171422" algn="l" defTabSz="685686" rtl="0" eaLnBrk="1" latinLnBrk="0" hangingPunct="1">
        <a:lnSpc>
          <a:spcPct val="90000"/>
        </a:lnSpc>
        <a:spcBef>
          <a:spcPts val="375"/>
        </a:spcBef>
        <a:buFont typeface="Arial" panose="020B0604020202020204" pitchFamily="34" charset="0"/>
        <a:buChar char="•"/>
        <a:defRPr sz="1333" kern="1200">
          <a:solidFill>
            <a:schemeClr val="tx1"/>
          </a:solidFill>
          <a:latin typeface="+mn-lt"/>
          <a:ea typeface="+mn-ea"/>
          <a:cs typeface="+mn-cs"/>
        </a:defRPr>
      </a:lvl8pPr>
      <a:lvl9pPr marL="2914146" indent="-171422" algn="l" defTabSz="685686" rtl="0" eaLnBrk="1" latinLnBrk="0" hangingPunct="1">
        <a:lnSpc>
          <a:spcPct val="90000"/>
        </a:lnSpc>
        <a:spcBef>
          <a:spcPts val="375"/>
        </a:spcBef>
        <a:buFont typeface="Arial" panose="020B0604020202020204" pitchFamily="34" charset="0"/>
        <a:buChar char="•"/>
        <a:defRPr sz="1333" kern="1200">
          <a:solidFill>
            <a:schemeClr val="tx1"/>
          </a:solidFill>
          <a:latin typeface="+mn-lt"/>
          <a:ea typeface="+mn-ea"/>
          <a:cs typeface="+mn-cs"/>
        </a:defRPr>
      </a:lvl9pPr>
    </p:bodyStyle>
    <p:otherStyle>
      <a:defPPr>
        <a:defRPr lang="it-IT"/>
      </a:defPPr>
      <a:lvl1pPr marL="0" algn="l" defTabSz="685686" rtl="0" eaLnBrk="1" latinLnBrk="0" hangingPunct="1">
        <a:defRPr sz="1333" kern="1200">
          <a:solidFill>
            <a:schemeClr val="tx1"/>
          </a:solidFill>
          <a:latin typeface="+mn-lt"/>
          <a:ea typeface="+mn-ea"/>
          <a:cs typeface="+mn-cs"/>
        </a:defRPr>
      </a:lvl1pPr>
      <a:lvl2pPr marL="342842" algn="l" defTabSz="685686" rtl="0" eaLnBrk="1" latinLnBrk="0" hangingPunct="1">
        <a:defRPr sz="1333" kern="1200">
          <a:solidFill>
            <a:schemeClr val="tx1"/>
          </a:solidFill>
          <a:latin typeface="+mn-lt"/>
          <a:ea typeface="+mn-ea"/>
          <a:cs typeface="+mn-cs"/>
        </a:defRPr>
      </a:lvl2pPr>
      <a:lvl3pPr marL="685686" algn="l" defTabSz="685686" rtl="0" eaLnBrk="1" latinLnBrk="0" hangingPunct="1">
        <a:defRPr sz="1333" kern="1200">
          <a:solidFill>
            <a:schemeClr val="tx1"/>
          </a:solidFill>
          <a:latin typeface="+mn-lt"/>
          <a:ea typeface="+mn-ea"/>
          <a:cs typeface="+mn-cs"/>
        </a:defRPr>
      </a:lvl3pPr>
      <a:lvl4pPr marL="1028522" algn="l" defTabSz="685686" rtl="0" eaLnBrk="1" latinLnBrk="0" hangingPunct="1">
        <a:defRPr sz="1333" kern="1200">
          <a:solidFill>
            <a:schemeClr val="tx1"/>
          </a:solidFill>
          <a:latin typeface="+mn-lt"/>
          <a:ea typeface="+mn-ea"/>
          <a:cs typeface="+mn-cs"/>
        </a:defRPr>
      </a:lvl4pPr>
      <a:lvl5pPr marL="1371362" algn="l" defTabSz="685686" rtl="0" eaLnBrk="1" latinLnBrk="0" hangingPunct="1">
        <a:defRPr sz="1333" kern="1200">
          <a:solidFill>
            <a:schemeClr val="tx1"/>
          </a:solidFill>
          <a:latin typeface="+mn-lt"/>
          <a:ea typeface="+mn-ea"/>
          <a:cs typeface="+mn-cs"/>
        </a:defRPr>
      </a:lvl5pPr>
      <a:lvl6pPr marL="1714201" algn="l" defTabSz="685686" rtl="0" eaLnBrk="1" latinLnBrk="0" hangingPunct="1">
        <a:defRPr sz="1333" kern="1200">
          <a:solidFill>
            <a:schemeClr val="tx1"/>
          </a:solidFill>
          <a:latin typeface="+mn-lt"/>
          <a:ea typeface="+mn-ea"/>
          <a:cs typeface="+mn-cs"/>
        </a:defRPr>
      </a:lvl6pPr>
      <a:lvl7pPr marL="2057039" algn="l" defTabSz="685686" rtl="0" eaLnBrk="1" latinLnBrk="0" hangingPunct="1">
        <a:defRPr sz="1333" kern="1200">
          <a:solidFill>
            <a:schemeClr val="tx1"/>
          </a:solidFill>
          <a:latin typeface="+mn-lt"/>
          <a:ea typeface="+mn-ea"/>
          <a:cs typeface="+mn-cs"/>
        </a:defRPr>
      </a:lvl7pPr>
      <a:lvl8pPr marL="2399880" algn="l" defTabSz="685686" rtl="0" eaLnBrk="1" latinLnBrk="0" hangingPunct="1">
        <a:defRPr sz="1333" kern="1200">
          <a:solidFill>
            <a:schemeClr val="tx1"/>
          </a:solidFill>
          <a:latin typeface="+mn-lt"/>
          <a:ea typeface="+mn-ea"/>
          <a:cs typeface="+mn-cs"/>
        </a:defRPr>
      </a:lvl8pPr>
      <a:lvl9pPr marL="2742722" algn="l" defTabSz="685686" rtl="0" eaLnBrk="1" latinLnBrk="0" hangingPunct="1">
        <a:defRPr sz="133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ttangolo 6"/>
          <p:cNvSpPr/>
          <p:nvPr/>
        </p:nvSpPr>
        <p:spPr>
          <a:xfrm rot="16200000">
            <a:off x="2667000" y="-2667000"/>
            <a:ext cx="6858000" cy="12192000"/>
          </a:xfrm>
          <a:prstGeom prst="rect">
            <a:avLst/>
          </a:prstGeom>
          <a:gradFill flip="none" rotWithShape="1">
            <a:gsLst>
              <a:gs pos="0">
                <a:srgbClr val="004691"/>
              </a:gs>
              <a:gs pos="100000">
                <a:srgbClr val="004691">
                  <a:alpha val="72000"/>
                </a:srgbClr>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lIns="91428" tIns="45719" rIns="91428" bIns="45719" rtlCol="0" anchor="ctr"/>
          <a:lstStyle/>
          <a:p>
            <a:pPr algn="ctr"/>
            <a:endParaRPr lang="pt-BR" sz="1867" noProof="0"/>
          </a:p>
        </p:txBody>
      </p:sp>
      <p:sp>
        <p:nvSpPr>
          <p:cNvPr id="11" name="Titolo 1"/>
          <p:cNvSpPr txBox="1">
            <a:spLocks/>
          </p:cNvSpPr>
          <p:nvPr/>
        </p:nvSpPr>
        <p:spPr bwMode="auto">
          <a:xfrm>
            <a:off x="1821549" y="2692889"/>
            <a:ext cx="1896353" cy="533544"/>
          </a:xfrm>
          <a:prstGeom prst="rect">
            <a:avLst/>
          </a:prstGeom>
          <a:noFill/>
          <a:ln>
            <a:noFill/>
          </a:ln>
          <a:effectLst/>
        </p:spPr>
        <p:txBody>
          <a:bodyPr wrap="none" lIns="0" tIns="0" rIns="0" bIns="0">
            <a:spAutoFit/>
          </a:bodyPr>
          <a:lstStyle>
            <a:lvl1pPr algn="l" rtl="0" fontAlgn="base">
              <a:spcBef>
                <a:spcPct val="0"/>
              </a:spcBef>
              <a:spcAft>
                <a:spcPct val="0"/>
              </a:spcAft>
              <a:defRPr sz="3000">
                <a:solidFill>
                  <a:schemeClr val="tx2"/>
                </a:solidFill>
                <a:latin typeface="+mj-lt"/>
                <a:ea typeface="+mj-ea"/>
                <a:cs typeface="+mj-cs"/>
              </a:defRPr>
            </a:lvl1pPr>
            <a:lvl2pPr algn="l" rtl="0" fontAlgn="base">
              <a:spcBef>
                <a:spcPct val="0"/>
              </a:spcBef>
              <a:spcAft>
                <a:spcPct val="0"/>
              </a:spcAft>
              <a:defRPr sz="2600">
                <a:solidFill>
                  <a:schemeClr val="tx2"/>
                </a:solidFill>
                <a:latin typeface="Franklin Gothic Demi" charset="0"/>
                <a:ea typeface="ＭＳ Ｐゴシック" charset="0"/>
                <a:cs typeface="Arial" charset="0"/>
              </a:defRPr>
            </a:lvl2pPr>
            <a:lvl3pPr algn="l" rtl="0" fontAlgn="base">
              <a:spcBef>
                <a:spcPct val="0"/>
              </a:spcBef>
              <a:spcAft>
                <a:spcPct val="0"/>
              </a:spcAft>
              <a:defRPr sz="2600">
                <a:solidFill>
                  <a:schemeClr val="tx2"/>
                </a:solidFill>
                <a:latin typeface="Franklin Gothic Demi" charset="0"/>
                <a:ea typeface="ＭＳ Ｐゴシック" charset="0"/>
                <a:cs typeface="Arial" charset="0"/>
              </a:defRPr>
            </a:lvl3pPr>
            <a:lvl4pPr algn="l" rtl="0" fontAlgn="base">
              <a:spcBef>
                <a:spcPct val="0"/>
              </a:spcBef>
              <a:spcAft>
                <a:spcPct val="0"/>
              </a:spcAft>
              <a:defRPr sz="2600">
                <a:solidFill>
                  <a:schemeClr val="tx2"/>
                </a:solidFill>
                <a:latin typeface="Franklin Gothic Demi" charset="0"/>
                <a:ea typeface="ＭＳ Ｐゴシック" charset="0"/>
                <a:cs typeface="Arial" charset="0"/>
              </a:defRPr>
            </a:lvl4pPr>
            <a:lvl5pPr algn="l" rtl="0" fontAlgn="base">
              <a:spcBef>
                <a:spcPct val="0"/>
              </a:spcBef>
              <a:spcAft>
                <a:spcPct val="0"/>
              </a:spcAft>
              <a:defRPr sz="2600">
                <a:solidFill>
                  <a:schemeClr val="tx2"/>
                </a:solidFill>
                <a:latin typeface="Franklin Gothic Demi" charset="0"/>
                <a:ea typeface="ＭＳ Ｐゴシック" charset="0"/>
                <a:cs typeface="Arial" charset="0"/>
              </a:defRPr>
            </a:lvl5pPr>
            <a:lvl6pPr marL="457200" algn="l" rtl="0" fontAlgn="base">
              <a:spcBef>
                <a:spcPct val="0"/>
              </a:spcBef>
              <a:spcAft>
                <a:spcPct val="0"/>
              </a:spcAft>
              <a:defRPr sz="2600">
                <a:solidFill>
                  <a:schemeClr val="tx2"/>
                </a:solidFill>
                <a:latin typeface="Franklin Gothic Demi" charset="0"/>
                <a:ea typeface="ＭＳ Ｐゴシック" charset="0"/>
                <a:cs typeface="Arial" charset="0"/>
              </a:defRPr>
            </a:lvl6pPr>
            <a:lvl7pPr marL="914400" algn="l" rtl="0" fontAlgn="base">
              <a:spcBef>
                <a:spcPct val="0"/>
              </a:spcBef>
              <a:spcAft>
                <a:spcPct val="0"/>
              </a:spcAft>
              <a:defRPr sz="2600">
                <a:solidFill>
                  <a:schemeClr val="tx2"/>
                </a:solidFill>
                <a:latin typeface="Franklin Gothic Demi" charset="0"/>
                <a:ea typeface="ＭＳ Ｐゴシック" charset="0"/>
                <a:cs typeface="Arial" charset="0"/>
              </a:defRPr>
            </a:lvl7pPr>
            <a:lvl8pPr marL="1371600" algn="l" rtl="0" fontAlgn="base">
              <a:spcBef>
                <a:spcPct val="0"/>
              </a:spcBef>
              <a:spcAft>
                <a:spcPct val="0"/>
              </a:spcAft>
              <a:defRPr sz="2600">
                <a:solidFill>
                  <a:schemeClr val="tx2"/>
                </a:solidFill>
                <a:latin typeface="Franklin Gothic Demi" charset="0"/>
                <a:ea typeface="ＭＳ Ｐゴシック" charset="0"/>
                <a:cs typeface="Arial" charset="0"/>
              </a:defRPr>
            </a:lvl8pPr>
            <a:lvl9pPr marL="1828800" algn="l" rtl="0" fontAlgn="base">
              <a:spcBef>
                <a:spcPct val="0"/>
              </a:spcBef>
              <a:spcAft>
                <a:spcPct val="0"/>
              </a:spcAft>
              <a:defRPr sz="2600">
                <a:solidFill>
                  <a:schemeClr val="tx2"/>
                </a:solidFill>
                <a:latin typeface="Franklin Gothic Demi" charset="0"/>
                <a:ea typeface="ＭＳ Ｐゴシック" charset="0"/>
                <a:cs typeface="Arial" charset="0"/>
              </a:defRPr>
            </a:lvl9pPr>
          </a:lstStyle>
          <a:p>
            <a:pPr algn="ctr" defTabSz="914241">
              <a:defRPr/>
            </a:pPr>
            <a:r>
              <a:rPr lang="pt-BR" sz="3467" noProof="0">
                <a:solidFill>
                  <a:srgbClr val="FFFFFF"/>
                </a:solidFill>
                <a:latin typeface="TIM Sans Medium" panose="02020503040602060503" pitchFamily="18" charset="0"/>
                <a:ea typeface="ＭＳ Ｐゴシック"/>
                <a:cs typeface="Arial"/>
              </a:rPr>
              <a:t>Obrigado</a:t>
            </a:r>
          </a:p>
        </p:txBody>
      </p:sp>
      <p:pic>
        <p:nvPicPr>
          <p:cNvPr id="5" name="Immagine 4" descr="primario_rgb.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1066" y="5517232"/>
            <a:ext cx="1359863" cy="360040"/>
          </a:xfrm>
          <a:prstGeom prst="rect">
            <a:avLst/>
          </a:prstGeom>
        </p:spPr>
      </p:pic>
      <p:sp>
        <p:nvSpPr>
          <p:cNvPr id="2" name="MSIPCM4b0543f2a13ea06b52a03480" descr="{&quot;HashCode&quot;:-328189952,&quot;Placement&quot;:&quot;Footer&quot;,&quot;Top&quot;:522.0343,&quot;Left&quot;:420.527649,&quot;SlideWidth&quot;:960,&quot;SlideHeight&quot;:540}"/>
          <p:cNvSpPr txBox="1"/>
          <p:nvPr userDrawn="1"/>
        </p:nvSpPr>
        <p:spPr>
          <a:xfrm>
            <a:off x="5340701" y="6629836"/>
            <a:ext cx="1510599" cy="228163"/>
          </a:xfrm>
          <a:prstGeom prst="rect">
            <a:avLst/>
          </a:prstGeom>
          <a:noFill/>
        </p:spPr>
        <p:txBody>
          <a:bodyPr vert="horz" wrap="square" lIns="0" tIns="0" rIns="0" bIns="0" rtlCol="0" anchor="ctr" anchorCtr="1">
            <a:spAutoFit/>
          </a:bodyPr>
          <a:lstStyle/>
          <a:p>
            <a:pPr algn="ctr">
              <a:spcBef>
                <a:spcPts val="0"/>
              </a:spcBef>
              <a:spcAft>
                <a:spcPts val="0"/>
              </a:spcAft>
            </a:pPr>
            <a:r>
              <a:rPr lang="pt-BR" sz="800">
                <a:solidFill>
                  <a:srgbClr val="737373"/>
                </a:solidFill>
                <a:latin typeface="Calibri" panose="020F0502020204030204" pitchFamily="34" charset="0"/>
              </a:rPr>
              <a:t>Classificado como Uso Interno</a:t>
            </a:r>
          </a:p>
        </p:txBody>
      </p:sp>
    </p:spTree>
    <p:extLst>
      <p:ext uri="{BB962C8B-B14F-4D97-AF65-F5344CB8AC3E}">
        <p14:creationId xmlns:p14="http://schemas.microsoft.com/office/powerpoint/2010/main" val="1240400884"/>
      </p:ext>
    </p:extLst>
  </p:cSld>
  <p:clrMap bg1="lt1" tx1="dk1" bg2="lt2" tx2="dk2" accent1="accent1" accent2="accent2" accent3="accent3" accent4="accent4" accent5="accent5" accent6="accent6" hlink="hlink" folHlink="folHlink"/>
  <p:sldLayoutIdLst>
    <p:sldLayoutId id="2147483895" r:id="rId1"/>
  </p:sldLayoutIdLst>
  <p:txStyles>
    <p:titleStyle>
      <a:lvl1pPr algn="l" defTabSz="685686" rtl="0" eaLnBrk="1" latinLnBrk="0" hangingPunct="1">
        <a:lnSpc>
          <a:spcPct val="90000"/>
        </a:lnSpc>
        <a:spcBef>
          <a:spcPct val="0"/>
        </a:spcBef>
        <a:buNone/>
        <a:defRPr sz="2267" b="1" kern="1200">
          <a:solidFill>
            <a:schemeClr val="tx2"/>
          </a:solidFill>
          <a:latin typeface="TIM Sans" panose="00000500000000000000" pitchFamily="2" charset="0"/>
          <a:ea typeface="+mj-ea"/>
          <a:cs typeface="+mj-cs"/>
        </a:defRPr>
      </a:lvl1pPr>
    </p:titleStyle>
    <p:bodyStyle>
      <a:lvl1pPr marL="0" indent="0" algn="l" defTabSz="685686" rtl="0" eaLnBrk="1" latinLnBrk="0" hangingPunct="1">
        <a:lnSpc>
          <a:spcPct val="150000"/>
        </a:lnSpc>
        <a:spcBef>
          <a:spcPts val="751"/>
        </a:spcBef>
        <a:buFontTx/>
        <a:buNone/>
        <a:defRPr sz="1867" kern="1200">
          <a:solidFill>
            <a:schemeClr val="tx1"/>
          </a:solidFill>
          <a:latin typeface="TIM Sans" panose="00000500000000000000" pitchFamily="2" charset="0"/>
          <a:ea typeface="+mn-ea"/>
          <a:cs typeface="+mn-cs"/>
        </a:defRPr>
      </a:lvl1pPr>
      <a:lvl2pPr marL="342842" indent="0" algn="l" defTabSz="685686" rtl="0" eaLnBrk="1" latinLnBrk="0" hangingPunct="1">
        <a:lnSpc>
          <a:spcPct val="150000"/>
        </a:lnSpc>
        <a:spcBef>
          <a:spcPts val="375"/>
        </a:spcBef>
        <a:buFontTx/>
        <a:buNone/>
        <a:defRPr sz="1600" kern="1200">
          <a:solidFill>
            <a:schemeClr val="tx1"/>
          </a:solidFill>
          <a:latin typeface="TIM Sans" panose="00000500000000000000" pitchFamily="2" charset="0"/>
          <a:ea typeface="+mn-ea"/>
          <a:cs typeface="+mn-cs"/>
        </a:defRPr>
      </a:lvl2pPr>
      <a:lvl3pPr marL="685686" indent="0" algn="l" defTabSz="685686" rtl="0" eaLnBrk="1" latinLnBrk="0" hangingPunct="1">
        <a:lnSpc>
          <a:spcPct val="150000"/>
        </a:lnSpc>
        <a:spcBef>
          <a:spcPts val="375"/>
        </a:spcBef>
        <a:buFontTx/>
        <a:buNone/>
        <a:defRPr sz="1467" kern="1200">
          <a:solidFill>
            <a:schemeClr val="tx1"/>
          </a:solidFill>
          <a:latin typeface="TIM Sans" panose="00000500000000000000" pitchFamily="2" charset="0"/>
          <a:ea typeface="+mn-ea"/>
          <a:cs typeface="+mn-cs"/>
        </a:defRPr>
      </a:lvl3pPr>
      <a:lvl4pPr marL="1199941" indent="-171422" algn="l" defTabSz="685686" rtl="0" eaLnBrk="1" latinLnBrk="0" hangingPunct="1">
        <a:lnSpc>
          <a:spcPct val="90000"/>
        </a:lnSpc>
        <a:spcBef>
          <a:spcPts val="375"/>
        </a:spcBef>
        <a:buFont typeface="Arial" panose="020B0604020202020204" pitchFamily="34" charset="0"/>
        <a:buChar char="•"/>
        <a:defRPr sz="1333" kern="1200">
          <a:solidFill>
            <a:schemeClr val="tx1"/>
          </a:solidFill>
          <a:latin typeface="+mn-lt"/>
          <a:ea typeface="+mn-ea"/>
          <a:cs typeface="+mn-cs"/>
        </a:defRPr>
      </a:lvl4pPr>
      <a:lvl5pPr marL="1542780" indent="-171422" algn="l" defTabSz="685686" rtl="0" eaLnBrk="1" latinLnBrk="0" hangingPunct="1">
        <a:lnSpc>
          <a:spcPct val="90000"/>
        </a:lnSpc>
        <a:spcBef>
          <a:spcPts val="375"/>
        </a:spcBef>
        <a:buFont typeface="Arial" panose="020B0604020202020204" pitchFamily="34" charset="0"/>
        <a:buChar char="•"/>
        <a:defRPr sz="1333" kern="1200">
          <a:solidFill>
            <a:schemeClr val="tx1"/>
          </a:solidFill>
          <a:latin typeface="+mn-lt"/>
          <a:ea typeface="+mn-ea"/>
          <a:cs typeface="+mn-cs"/>
        </a:defRPr>
      </a:lvl5pPr>
      <a:lvl6pPr marL="1885624" indent="-171422" algn="l" defTabSz="685686" rtl="0" eaLnBrk="1" latinLnBrk="0" hangingPunct="1">
        <a:lnSpc>
          <a:spcPct val="90000"/>
        </a:lnSpc>
        <a:spcBef>
          <a:spcPts val="375"/>
        </a:spcBef>
        <a:buFont typeface="Arial" panose="020B0604020202020204" pitchFamily="34" charset="0"/>
        <a:buChar char="•"/>
        <a:defRPr sz="1333" kern="1200">
          <a:solidFill>
            <a:schemeClr val="tx1"/>
          </a:solidFill>
          <a:latin typeface="+mn-lt"/>
          <a:ea typeface="+mn-ea"/>
          <a:cs typeface="+mn-cs"/>
        </a:defRPr>
      </a:lvl6pPr>
      <a:lvl7pPr marL="2228459" indent="-171422" algn="l" defTabSz="685686" rtl="0" eaLnBrk="1" latinLnBrk="0" hangingPunct="1">
        <a:lnSpc>
          <a:spcPct val="90000"/>
        </a:lnSpc>
        <a:spcBef>
          <a:spcPts val="375"/>
        </a:spcBef>
        <a:buFont typeface="Arial" panose="020B0604020202020204" pitchFamily="34" charset="0"/>
        <a:buChar char="•"/>
        <a:defRPr sz="1333" kern="1200">
          <a:solidFill>
            <a:schemeClr val="tx1"/>
          </a:solidFill>
          <a:latin typeface="+mn-lt"/>
          <a:ea typeface="+mn-ea"/>
          <a:cs typeface="+mn-cs"/>
        </a:defRPr>
      </a:lvl7pPr>
      <a:lvl8pPr marL="2571302" indent="-171422" algn="l" defTabSz="685686" rtl="0" eaLnBrk="1" latinLnBrk="0" hangingPunct="1">
        <a:lnSpc>
          <a:spcPct val="90000"/>
        </a:lnSpc>
        <a:spcBef>
          <a:spcPts val="375"/>
        </a:spcBef>
        <a:buFont typeface="Arial" panose="020B0604020202020204" pitchFamily="34" charset="0"/>
        <a:buChar char="•"/>
        <a:defRPr sz="1333" kern="1200">
          <a:solidFill>
            <a:schemeClr val="tx1"/>
          </a:solidFill>
          <a:latin typeface="+mn-lt"/>
          <a:ea typeface="+mn-ea"/>
          <a:cs typeface="+mn-cs"/>
        </a:defRPr>
      </a:lvl8pPr>
      <a:lvl9pPr marL="2914146" indent="-171422" algn="l" defTabSz="685686" rtl="0" eaLnBrk="1" latinLnBrk="0" hangingPunct="1">
        <a:lnSpc>
          <a:spcPct val="90000"/>
        </a:lnSpc>
        <a:spcBef>
          <a:spcPts val="375"/>
        </a:spcBef>
        <a:buFont typeface="Arial" panose="020B0604020202020204" pitchFamily="34" charset="0"/>
        <a:buChar char="•"/>
        <a:defRPr sz="1333" kern="1200">
          <a:solidFill>
            <a:schemeClr val="tx1"/>
          </a:solidFill>
          <a:latin typeface="+mn-lt"/>
          <a:ea typeface="+mn-ea"/>
          <a:cs typeface="+mn-cs"/>
        </a:defRPr>
      </a:lvl9pPr>
    </p:bodyStyle>
    <p:otherStyle>
      <a:defPPr>
        <a:defRPr lang="it-IT"/>
      </a:defPPr>
      <a:lvl1pPr marL="0" algn="l" defTabSz="685686" rtl="0" eaLnBrk="1" latinLnBrk="0" hangingPunct="1">
        <a:defRPr sz="1333" kern="1200">
          <a:solidFill>
            <a:schemeClr val="tx1"/>
          </a:solidFill>
          <a:latin typeface="+mn-lt"/>
          <a:ea typeface="+mn-ea"/>
          <a:cs typeface="+mn-cs"/>
        </a:defRPr>
      </a:lvl1pPr>
      <a:lvl2pPr marL="342842" algn="l" defTabSz="685686" rtl="0" eaLnBrk="1" latinLnBrk="0" hangingPunct="1">
        <a:defRPr sz="1333" kern="1200">
          <a:solidFill>
            <a:schemeClr val="tx1"/>
          </a:solidFill>
          <a:latin typeface="+mn-lt"/>
          <a:ea typeface="+mn-ea"/>
          <a:cs typeface="+mn-cs"/>
        </a:defRPr>
      </a:lvl2pPr>
      <a:lvl3pPr marL="685686" algn="l" defTabSz="685686" rtl="0" eaLnBrk="1" latinLnBrk="0" hangingPunct="1">
        <a:defRPr sz="1333" kern="1200">
          <a:solidFill>
            <a:schemeClr val="tx1"/>
          </a:solidFill>
          <a:latin typeface="+mn-lt"/>
          <a:ea typeface="+mn-ea"/>
          <a:cs typeface="+mn-cs"/>
        </a:defRPr>
      </a:lvl3pPr>
      <a:lvl4pPr marL="1028522" algn="l" defTabSz="685686" rtl="0" eaLnBrk="1" latinLnBrk="0" hangingPunct="1">
        <a:defRPr sz="1333" kern="1200">
          <a:solidFill>
            <a:schemeClr val="tx1"/>
          </a:solidFill>
          <a:latin typeface="+mn-lt"/>
          <a:ea typeface="+mn-ea"/>
          <a:cs typeface="+mn-cs"/>
        </a:defRPr>
      </a:lvl4pPr>
      <a:lvl5pPr marL="1371362" algn="l" defTabSz="685686" rtl="0" eaLnBrk="1" latinLnBrk="0" hangingPunct="1">
        <a:defRPr sz="1333" kern="1200">
          <a:solidFill>
            <a:schemeClr val="tx1"/>
          </a:solidFill>
          <a:latin typeface="+mn-lt"/>
          <a:ea typeface="+mn-ea"/>
          <a:cs typeface="+mn-cs"/>
        </a:defRPr>
      </a:lvl5pPr>
      <a:lvl6pPr marL="1714201" algn="l" defTabSz="685686" rtl="0" eaLnBrk="1" latinLnBrk="0" hangingPunct="1">
        <a:defRPr sz="1333" kern="1200">
          <a:solidFill>
            <a:schemeClr val="tx1"/>
          </a:solidFill>
          <a:latin typeface="+mn-lt"/>
          <a:ea typeface="+mn-ea"/>
          <a:cs typeface="+mn-cs"/>
        </a:defRPr>
      </a:lvl6pPr>
      <a:lvl7pPr marL="2057039" algn="l" defTabSz="685686" rtl="0" eaLnBrk="1" latinLnBrk="0" hangingPunct="1">
        <a:defRPr sz="1333" kern="1200">
          <a:solidFill>
            <a:schemeClr val="tx1"/>
          </a:solidFill>
          <a:latin typeface="+mn-lt"/>
          <a:ea typeface="+mn-ea"/>
          <a:cs typeface="+mn-cs"/>
        </a:defRPr>
      </a:lvl7pPr>
      <a:lvl8pPr marL="2399880" algn="l" defTabSz="685686" rtl="0" eaLnBrk="1" latinLnBrk="0" hangingPunct="1">
        <a:defRPr sz="1333" kern="1200">
          <a:solidFill>
            <a:schemeClr val="tx1"/>
          </a:solidFill>
          <a:latin typeface="+mn-lt"/>
          <a:ea typeface="+mn-ea"/>
          <a:cs typeface="+mn-cs"/>
        </a:defRPr>
      </a:lvl8pPr>
      <a:lvl9pPr marL="2742722" algn="l" defTabSz="685686" rtl="0" eaLnBrk="1" latinLnBrk="0" hangingPunct="1">
        <a:defRPr sz="133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Image 1"/>
          <p:cNvPicPr>
            <a:picLocks noChangeAspect="1"/>
          </p:cNvPicPr>
          <p:nvPr/>
        </p:nvPicPr>
        <p:blipFill>
          <a:blip cstate="print"/>
          <a:stretch>
            <a:fillRect/>
          </a:stretch>
        </p:blipFill>
        <p:spPr>
          <a:xfrm>
            <a:off x="2118" y="2118"/>
            <a:ext cx="2116" cy="2116"/>
          </a:xfrm>
          <a:prstGeom prst="rect">
            <a:avLst/>
          </a:prstGeom>
        </p:spPr>
      </p:pic>
      <p:sp>
        <p:nvSpPr>
          <p:cNvPr id="1026" name="Rectangle 2"/>
          <p:cNvSpPr>
            <a:spLocks noGrp="1" noChangeArrowheads="1"/>
          </p:cNvSpPr>
          <p:nvPr>
            <p:ph type="title"/>
          </p:nvPr>
        </p:nvSpPr>
        <p:spPr bwMode="auto">
          <a:xfrm>
            <a:off x="431800" y="360363"/>
            <a:ext cx="11279717"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it-IT" dirty="0"/>
              <a:t>Texto título do slide Franklin Gothic Medium 26pt </a:t>
            </a:r>
          </a:p>
        </p:txBody>
      </p:sp>
      <p:sp>
        <p:nvSpPr>
          <p:cNvPr id="9" name="CasellaDiTesto 10"/>
          <p:cNvSpPr txBox="1">
            <a:spLocks noChangeArrowheads="1"/>
          </p:cNvSpPr>
          <p:nvPr/>
        </p:nvSpPr>
        <p:spPr bwMode="auto">
          <a:xfrm>
            <a:off x="11346537" y="6464103"/>
            <a:ext cx="556683" cy="184666"/>
          </a:xfrm>
          <a:prstGeom prst="rect">
            <a:avLst/>
          </a:prstGeom>
          <a:noFill/>
          <a:ln>
            <a:noFill/>
          </a:ln>
        </p:spPr>
        <p:txBody>
          <a:bodyPr lIns="121891" tIns="0" rIns="121891" bIns="0">
            <a:spAutoFit/>
          </a:bodyPr>
          <a:lstStyle>
            <a:lvl1pPr eaLnBrk="0" hangingPunct="0">
              <a:defRPr>
                <a:solidFill>
                  <a:schemeClr val="tx1"/>
                </a:solidFill>
                <a:latin typeface="Franklin Gothic Demi" charset="0"/>
                <a:ea typeface="MS PGothic" charset="0"/>
                <a:cs typeface="MS PGothic" charset="0"/>
              </a:defRPr>
            </a:lvl1pPr>
            <a:lvl2pPr marL="742950" indent="-285750" eaLnBrk="0" hangingPunct="0">
              <a:defRPr>
                <a:solidFill>
                  <a:schemeClr val="tx1"/>
                </a:solidFill>
                <a:latin typeface="Franklin Gothic Demi" charset="0"/>
                <a:ea typeface="MS PGothic" charset="0"/>
                <a:cs typeface="MS PGothic" charset="0"/>
              </a:defRPr>
            </a:lvl2pPr>
            <a:lvl3pPr marL="1143000" indent="-228600" eaLnBrk="0" hangingPunct="0">
              <a:defRPr>
                <a:solidFill>
                  <a:schemeClr val="tx1"/>
                </a:solidFill>
                <a:latin typeface="Franklin Gothic Demi" charset="0"/>
                <a:ea typeface="MS PGothic" charset="0"/>
                <a:cs typeface="MS PGothic" charset="0"/>
              </a:defRPr>
            </a:lvl3pPr>
            <a:lvl4pPr marL="1600200" indent="-228600" eaLnBrk="0" hangingPunct="0">
              <a:defRPr>
                <a:solidFill>
                  <a:schemeClr val="tx1"/>
                </a:solidFill>
                <a:latin typeface="Franklin Gothic Demi" charset="0"/>
                <a:ea typeface="MS PGothic" charset="0"/>
                <a:cs typeface="MS PGothic" charset="0"/>
              </a:defRPr>
            </a:lvl4pPr>
            <a:lvl5pPr marL="2057400" indent="-228600" eaLnBrk="0" hangingPunct="0">
              <a:defRPr>
                <a:solidFill>
                  <a:schemeClr val="tx1"/>
                </a:solidFill>
                <a:latin typeface="Franklin Gothic Demi"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Franklin Gothic Demi"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Franklin Gothic Demi"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Franklin Gothic Demi"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Franklin Gothic Demi" charset="0"/>
                <a:ea typeface="MS PGothic" charset="0"/>
                <a:cs typeface="MS PGothic" charset="0"/>
              </a:defRPr>
            </a:lvl9pPr>
          </a:lstStyle>
          <a:p>
            <a:pPr algn="ctr" defTabSz="1218880" eaLnBrk="1" fontAlgn="base" hangingPunct="1">
              <a:spcBef>
                <a:spcPct val="0"/>
              </a:spcBef>
              <a:spcAft>
                <a:spcPct val="0"/>
              </a:spcAft>
              <a:defRPr/>
            </a:pPr>
            <a:fld id="{E57557E4-A33F-4F68-B3B9-5C4EC024384C}" type="slidenum">
              <a:rPr lang="it-IT" sz="1200" smtClean="0">
                <a:solidFill>
                  <a:srgbClr val="000000"/>
                </a:solidFill>
                <a:latin typeface="Arial" charset="0"/>
              </a:rPr>
              <a:pPr algn="ctr" defTabSz="1218880" eaLnBrk="1" fontAlgn="base" hangingPunct="1">
                <a:spcBef>
                  <a:spcPct val="0"/>
                </a:spcBef>
                <a:spcAft>
                  <a:spcPct val="0"/>
                </a:spcAft>
                <a:defRPr/>
              </a:pPr>
              <a:t>‹nº›</a:t>
            </a:fld>
            <a:endParaRPr lang="it-IT" sz="1200" dirty="0">
              <a:solidFill>
                <a:srgbClr val="000000"/>
              </a:solidFill>
              <a:latin typeface="Arial" charset="0"/>
            </a:endParaRPr>
          </a:p>
        </p:txBody>
      </p:sp>
      <p:cxnSp>
        <p:nvCxnSpPr>
          <p:cNvPr id="10" name="Connettore 1 7"/>
          <p:cNvCxnSpPr/>
          <p:nvPr/>
        </p:nvCxnSpPr>
        <p:spPr>
          <a:xfrm>
            <a:off x="11275516" y="6417439"/>
            <a:ext cx="0" cy="312420"/>
          </a:xfrm>
          <a:prstGeom prst="line">
            <a:avLst/>
          </a:prstGeom>
          <a:ln>
            <a:solidFill>
              <a:schemeClr val="tx2">
                <a:lumMod val="75000"/>
              </a:schemeClr>
            </a:solidFill>
          </a:ln>
        </p:spPr>
        <p:style>
          <a:lnRef idx="1">
            <a:schemeClr val="accent2"/>
          </a:lnRef>
          <a:fillRef idx="0">
            <a:schemeClr val="accent2"/>
          </a:fillRef>
          <a:effectRef idx="0">
            <a:schemeClr val="accent2"/>
          </a:effectRef>
          <a:fontRef idx="minor">
            <a:schemeClr val="tx1"/>
          </a:fontRef>
        </p:style>
      </p:cxnSp>
      <p:sp>
        <p:nvSpPr>
          <p:cNvPr id="12" name="Segnaposto piè di pagina 5"/>
          <p:cNvSpPr>
            <a:spLocks noGrp="1"/>
          </p:cNvSpPr>
          <p:nvPr>
            <p:ph type="ftr" sz="quarter" idx="3"/>
          </p:nvPr>
        </p:nvSpPr>
        <p:spPr>
          <a:xfrm>
            <a:off x="3695734" y="6533644"/>
            <a:ext cx="7586133" cy="324357"/>
          </a:xfrm>
          <a:prstGeom prst="rect">
            <a:avLst/>
          </a:prstGeom>
        </p:spPr>
        <p:txBody>
          <a:bodyPr lIns="91418" tIns="45708" rIns="91418" bIns="45708"/>
          <a:lstStyle>
            <a:lvl1pPr algn="r">
              <a:defRPr sz="1200">
                <a:solidFill>
                  <a:schemeClr val="accent5"/>
                </a:solidFill>
                <a:latin typeface="Arial"/>
                <a:ea typeface="MS PGothic" charset="0"/>
                <a:cs typeface="MS PGothic" charset="0"/>
              </a:defRPr>
            </a:lvl1pPr>
          </a:lstStyle>
          <a:p>
            <a:pPr defTabSz="609442" fontAlgn="base">
              <a:spcBef>
                <a:spcPct val="0"/>
              </a:spcBef>
              <a:spcAft>
                <a:spcPct val="0"/>
              </a:spcAft>
              <a:defRPr/>
            </a:pPr>
            <a:r>
              <a:rPr lang="it-IT">
                <a:solidFill>
                  <a:srgbClr val="5E6A71"/>
                </a:solidFill>
              </a:rPr>
              <a:t>Nome do Apresentador-Diretoria/Área</a:t>
            </a:r>
            <a:endParaRPr lang="it-IT" dirty="0">
              <a:solidFill>
                <a:srgbClr val="5E6A71"/>
              </a:solidFill>
            </a:endParaRPr>
          </a:p>
        </p:txBody>
      </p:sp>
      <p:sp>
        <p:nvSpPr>
          <p:cNvPr id="3" name="Text Placeholder 2"/>
          <p:cNvSpPr>
            <a:spLocks noGrp="1"/>
          </p:cNvSpPr>
          <p:nvPr>
            <p:ph type="body" idx="1"/>
          </p:nvPr>
        </p:nvSpPr>
        <p:spPr>
          <a:xfrm>
            <a:off x="430306" y="1095941"/>
            <a:ext cx="11302701" cy="4526280"/>
          </a:xfrm>
          <a:prstGeom prst="rect">
            <a:avLst/>
          </a:prstGeom>
        </p:spPr>
        <p:txBody>
          <a:bodyPr vert="horz" lIns="91418" tIns="45708" rIns="91418" bIns="45708" rtlCol="0">
            <a:normAutofit/>
          </a:bodyPr>
          <a:lstStyle/>
          <a:p>
            <a:pPr lvl="0"/>
            <a:r>
              <a:rPr lang="en-US" dirty="0"/>
              <a:t>Click to edit Master text styles</a:t>
            </a:r>
          </a:p>
          <a:p>
            <a:pPr lvl="1"/>
            <a:r>
              <a:rPr lang="en-US" dirty="0"/>
              <a:t>Second level</a:t>
            </a:r>
          </a:p>
          <a:p>
            <a:pPr lvl="2"/>
            <a:r>
              <a:rPr lang="en-US" dirty="0"/>
              <a:t>Third level</a:t>
            </a:r>
          </a:p>
        </p:txBody>
      </p:sp>
      <p:sp>
        <p:nvSpPr>
          <p:cNvPr id="11" name="Segnaposto data 4"/>
          <p:cNvSpPr>
            <a:spLocks noGrp="1"/>
          </p:cNvSpPr>
          <p:nvPr>
            <p:ph type="dt" sz="half" idx="2"/>
          </p:nvPr>
        </p:nvSpPr>
        <p:spPr>
          <a:xfrm>
            <a:off x="3695734" y="6360289"/>
            <a:ext cx="7586133" cy="265867"/>
          </a:xfrm>
          <a:prstGeom prst="rect">
            <a:avLst/>
          </a:prstGeom>
        </p:spPr>
        <p:txBody>
          <a:bodyPr lIns="91418" tIns="45708" rIns="91418" bIns="45708"/>
          <a:lstStyle>
            <a:lvl1pPr algn="r">
              <a:defRPr sz="1200" b="1" i="0">
                <a:solidFill>
                  <a:schemeClr val="tx2">
                    <a:lumMod val="75000"/>
                  </a:schemeClr>
                </a:solidFill>
                <a:latin typeface="Arial"/>
                <a:ea typeface="MS PGothic" charset="0"/>
                <a:cs typeface="MS PGothic" charset="0"/>
              </a:defRPr>
            </a:lvl1pPr>
          </a:lstStyle>
          <a:p>
            <a:pPr defTabSz="609442" fontAlgn="base">
              <a:spcBef>
                <a:spcPct val="0"/>
              </a:spcBef>
              <a:spcAft>
                <a:spcPct val="0"/>
              </a:spcAft>
              <a:defRPr/>
            </a:pPr>
            <a:r>
              <a:rPr lang="pt-BR">
                <a:solidFill>
                  <a:srgbClr val="002878">
                    <a:lumMod val="75000"/>
                  </a:srgbClr>
                </a:solidFill>
              </a:rPr>
              <a:t>Título da Apresentação</a:t>
            </a:r>
            <a:endParaRPr lang="it-IT" dirty="0">
              <a:solidFill>
                <a:srgbClr val="002878">
                  <a:lumMod val="75000"/>
                </a:srgbClr>
              </a:solidFill>
            </a:endParaRPr>
          </a:p>
        </p:txBody>
      </p:sp>
      <p:pic>
        <p:nvPicPr>
          <p:cNvPr id="16" name="Immagine 4" descr="secondario_rgb.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7081" y="6364908"/>
            <a:ext cx="906479" cy="240000"/>
          </a:xfrm>
          <a:prstGeom prst="rect">
            <a:avLst/>
          </a:prstGeom>
        </p:spPr>
      </p:pic>
      <p:sp>
        <p:nvSpPr>
          <p:cNvPr id="4" name="MSIPCMec74496088cebb105a47471e" descr="{&quot;HashCode&quot;:-328189952,&quot;Placement&quot;:&quot;Footer&quot;,&quot;Top&quot;:522.0343,&quot;Left&quot;:420.527649,&quot;SlideWidth&quot;:960,&quot;SlideHeight&quot;:540}"/>
          <p:cNvSpPr txBox="1"/>
          <p:nvPr userDrawn="1"/>
        </p:nvSpPr>
        <p:spPr>
          <a:xfrm>
            <a:off x="5340701" y="6629836"/>
            <a:ext cx="1510599" cy="228163"/>
          </a:xfrm>
          <a:prstGeom prst="rect">
            <a:avLst/>
          </a:prstGeom>
          <a:noFill/>
          <a:effectLst/>
        </p:spPr>
        <p:txBody>
          <a:bodyPr vert="horz" wrap="square" lIns="0" tIns="0" rIns="0" bIns="0" rtlCol="0" anchor="ctr" anchorCtr="1">
            <a:spAutoFit/>
          </a:bodyPr>
          <a:lstStyle/>
          <a:p>
            <a:pPr algn="ctr">
              <a:spcBef>
                <a:spcPts val="0"/>
              </a:spcBef>
              <a:spcAft>
                <a:spcPts val="0"/>
              </a:spcAft>
            </a:pPr>
            <a:r>
              <a:rPr lang="pt-BR" sz="800">
                <a:solidFill>
                  <a:srgbClr val="737373"/>
                </a:solidFill>
                <a:latin typeface="Calibri" panose="020F0502020204030204" pitchFamily="34" charset="0"/>
                <a:cs typeface="Arial"/>
              </a:rPr>
              <a:t>Classificado como Uso Interno</a:t>
            </a:r>
            <a:endParaRPr lang="pt-BR" sz="800" dirty="0">
              <a:solidFill>
                <a:srgbClr val="737373"/>
              </a:solidFill>
              <a:latin typeface="Calibri" panose="020F0502020204030204" pitchFamily="34" charset="0"/>
              <a:cs typeface="Arial"/>
            </a:endParaRPr>
          </a:p>
        </p:txBody>
      </p:sp>
    </p:spTree>
    <p:extLst>
      <p:ext uri="{BB962C8B-B14F-4D97-AF65-F5344CB8AC3E}">
        <p14:creationId xmlns:p14="http://schemas.microsoft.com/office/powerpoint/2010/main" val="700145909"/>
      </p:ext>
    </p:extLst>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Lst>
  <p:hf sldNum="0" hdr="0"/>
  <p:txStyles>
    <p:titleStyle>
      <a:lvl1pPr algn="l" rtl="0" eaLnBrk="1" fontAlgn="base" hangingPunct="1">
        <a:lnSpc>
          <a:spcPts val="3600"/>
        </a:lnSpc>
        <a:spcBef>
          <a:spcPct val="0"/>
        </a:spcBef>
        <a:spcAft>
          <a:spcPct val="0"/>
        </a:spcAft>
        <a:defRPr sz="3467">
          <a:solidFill>
            <a:schemeClr val="tx2"/>
          </a:solidFill>
          <a:latin typeface="Franklin Gothic Medium"/>
          <a:ea typeface="MS PGothic" panose="020B0600070205080204" pitchFamily="34" charset="-128"/>
          <a:cs typeface="Franklin Gothic Medium"/>
        </a:defRPr>
      </a:lvl1pPr>
      <a:lvl2pPr algn="l" rtl="0" eaLnBrk="1" fontAlgn="base" hangingPunct="1">
        <a:lnSpc>
          <a:spcPts val="3600"/>
        </a:lnSpc>
        <a:spcBef>
          <a:spcPct val="0"/>
        </a:spcBef>
        <a:spcAft>
          <a:spcPct val="0"/>
        </a:spcAft>
        <a:defRPr sz="3467">
          <a:solidFill>
            <a:srgbClr val="E0001A"/>
          </a:solidFill>
          <a:latin typeface="Franklin Gothic Medium" panose="020B0603020102020204" pitchFamily="34" charset="0"/>
          <a:ea typeface="MS PGothic" panose="020B0600070205080204" pitchFamily="34" charset="-128"/>
          <a:cs typeface="Franklin Gothic Medium" panose="020B0603020102020204" pitchFamily="34" charset="0"/>
        </a:defRPr>
      </a:lvl2pPr>
      <a:lvl3pPr algn="l" rtl="0" eaLnBrk="1" fontAlgn="base" hangingPunct="1">
        <a:lnSpc>
          <a:spcPts val="3600"/>
        </a:lnSpc>
        <a:spcBef>
          <a:spcPct val="0"/>
        </a:spcBef>
        <a:spcAft>
          <a:spcPct val="0"/>
        </a:spcAft>
        <a:defRPr sz="3467">
          <a:solidFill>
            <a:srgbClr val="E0001A"/>
          </a:solidFill>
          <a:latin typeface="Franklin Gothic Medium" panose="020B0603020102020204" pitchFamily="34" charset="0"/>
          <a:ea typeface="MS PGothic" panose="020B0600070205080204" pitchFamily="34" charset="-128"/>
          <a:cs typeface="Franklin Gothic Medium" panose="020B0603020102020204" pitchFamily="34" charset="0"/>
        </a:defRPr>
      </a:lvl3pPr>
      <a:lvl4pPr algn="l" rtl="0" eaLnBrk="1" fontAlgn="base" hangingPunct="1">
        <a:lnSpc>
          <a:spcPts val="3600"/>
        </a:lnSpc>
        <a:spcBef>
          <a:spcPct val="0"/>
        </a:spcBef>
        <a:spcAft>
          <a:spcPct val="0"/>
        </a:spcAft>
        <a:defRPr sz="3467">
          <a:solidFill>
            <a:srgbClr val="E0001A"/>
          </a:solidFill>
          <a:latin typeface="Franklin Gothic Medium" panose="020B0603020102020204" pitchFamily="34" charset="0"/>
          <a:ea typeface="MS PGothic" panose="020B0600070205080204" pitchFamily="34" charset="-128"/>
          <a:cs typeface="Franklin Gothic Medium" panose="020B0603020102020204" pitchFamily="34" charset="0"/>
        </a:defRPr>
      </a:lvl4pPr>
      <a:lvl5pPr algn="l" rtl="0" eaLnBrk="1" fontAlgn="base" hangingPunct="1">
        <a:lnSpc>
          <a:spcPts val="3600"/>
        </a:lnSpc>
        <a:spcBef>
          <a:spcPct val="0"/>
        </a:spcBef>
        <a:spcAft>
          <a:spcPct val="0"/>
        </a:spcAft>
        <a:defRPr sz="3467">
          <a:solidFill>
            <a:srgbClr val="E0001A"/>
          </a:solidFill>
          <a:latin typeface="Franklin Gothic Medium" panose="020B0603020102020204" pitchFamily="34" charset="0"/>
          <a:ea typeface="MS PGothic" panose="020B0600070205080204" pitchFamily="34" charset="-128"/>
          <a:cs typeface="Franklin Gothic Medium" panose="020B0603020102020204" pitchFamily="34" charset="0"/>
        </a:defRPr>
      </a:lvl5pPr>
      <a:lvl6pPr marL="609442" algn="l" rtl="0" eaLnBrk="1" fontAlgn="base" hangingPunct="1">
        <a:spcBef>
          <a:spcPct val="0"/>
        </a:spcBef>
        <a:spcAft>
          <a:spcPct val="0"/>
        </a:spcAft>
        <a:defRPr sz="3467">
          <a:solidFill>
            <a:schemeClr val="tx2"/>
          </a:solidFill>
          <a:latin typeface="Franklin Gothic Demi" charset="0"/>
          <a:ea typeface="ＭＳ Ｐゴシック" charset="0"/>
          <a:cs typeface="Arial" charset="0"/>
        </a:defRPr>
      </a:lvl6pPr>
      <a:lvl7pPr marL="1218880" algn="l" rtl="0" eaLnBrk="1" fontAlgn="base" hangingPunct="1">
        <a:spcBef>
          <a:spcPct val="0"/>
        </a:spcBef>
        <a:spcAft>
          <a:spcPct val="0"/>
        </a:spcAft>
        <a:defRPr sz="3467">
          <a:solidFill>
            <a:schemeClr val="tx2"/>
          </a:solidFill>
          <a:latin typeface="Franklin Gothic Demi" charset="0"/>
          <a:ea typeface="ＭＳ Ｐゴシック" charset="0"/>
          <a:cs typeface="Arial" charset="0"/>
        </a:defRPr>
      </a:lvl7pPr>
      <a:lvl8pPr marL="1828317" algn="l" rtl="0" eaLnBrk="1" fontAlgn="base" hangingPunct="1">
        <a:spcBef>
          <a:spcPct val="0"/>
        </a:spcBef>
        <a:spcAft>
          <a:spcPct val="0"/>
        </a:spcAft>
        <a:defRPr sz="3467">
          <a:solidFill>
            <a:schemeClr val="tx2"/>
          </a:solidFill>
          <a:latin typeface="Franklin Gothic Demi" charset="0"/>
          <a:ea typeface="ＭＳ Ｐゴシック" charset="0"/>
          <a:cs typeface="Arial" charset="0"/>
        </a:defRPr>
      </a:lvl8pPr>
      <a:lvl9pPr marL="2437758" algn="l" rtl="0" eaLnBrk="1" fontAlgn="base" hangingPunct="1">
        <a:spcBef>
          <a:spcPct val="0"/>
        </a:spcBef>
        <a:spcAft>
          <a:spcPct val="0"/>
        </a:spcAft>
        <a:defRPr sz="3467">
          <a:solidFill>
            <a:schemeClr val="tx2"/>
          </a:solidFill>
          <a:latin typeface="Franklin Gothic Demi" charset="0"/>
          <a:ea typeface="ＭＳ Ｐゴシック" charset="0"/>
          <a:cs typeface="Arial" charset="0"/>
        </a:defRPr>
      </a:lvl9pPr>
    </p:titleStyle>
    <p:bodyStyle>
      <a:lvl1pPr marL="457082" indent="-457082" algn="l" rtl="0" eaLnBrk="1" fontAlgn="base" hangingPunct="1">
        <a:lnSpc>
          <a:spcPct val="120000"/>
        </a:lnSpc>
        <a:spcBef>
          <a:spcPct val="0"/>
        </a:spcBef>
        <a:spcAft>
          <a:spcPct val="40000"/>
        </a:spcAft>
        <a:buClr>
          <a:srgbClr val="FF0000"/>
        </a:buClr>
        <a:buSzPct val="50000"/>
        <a:buFont typeface="Franklin Gothic Demi" pitchFamily="34" charset="0"/>
        <a:defRPr sz="2933" baseline="0">
          <a:solidFill>
            <a:schemeClr val="tx1"/>
          </a:solidFill>
          <a:latin typeface="Arial" pitchFamily="34" charset="0"/>
          <a:ea typeface="MS PGothic" panose="020B0600070205080204" pitchFamily="34" charset="-128"/>
          <a:cs typeface="Arial" pitchFamily="34" charset="0"/>
        </a:defRPr>
      </a:lvl1pPr>
      <a:lvl2pPr marL="594626" indent="14817" algn="l" rtl="0" eaLnBrk="1" fontAlgn="base" hangingPunct="1">
        <a:lnSpc>
          <a:spcPct val="120000"/>
        </a:lnSpc>
        <a:spcBef>
          <a:spcPct val="0"/>
        </a:spcBef>
        <a:spcAft>
          <a:spcPct val="40000"/>
        </a:spcAft>
        <a:buClr>
          <a:srgbClr val="FF0000"/>
        </a:buClr>
        <a:buSzPct val="50000"/>
        <a:buFont typeface="Franklin Gothic Demi" pitchFamily="34" charset="0"/>
        <a:defRPr>
          <a:solidFill>
            <a:schemeClr val="tx1"/>
          </a:solidFill>
          <a:latin typeface="Arial" pitchFamily="34" charset="0"/>
          <a:ea typeface="Arial" charset="0"/>
          <a:cs typeface="Arial" pitchFamily="34" charset="0"/>
        </a:defRPr>
      </a:lvl2pPr>
      <a:lvl3pPr marL="1191368" indent="27517" algn="l" rtl="0" eaLnBrk="1" fontAlgn="base" hangingPunct="1">
        <a:lnSpc>
          <a:spcPct val="120000"/>
        </a:lnSpc>
        <a:spcBef>
          <a:spcPct val="0"/>
        </a:spcBef>
        <a:spcAft>
          <a:spcPct val="40000"/>
        </a:spcAft>
        <a:buClr>
          <a:srgbClr val="FF0000"/>
        </a:buClr>
        <a:buSzPct val="50000"/>
        <a:buFont typeface="Franklin Gothic Demi" pitchFamily="34" charset="0"/>
        <a:defRPr sz="2133">
          <a:solidFill>
            <a:schemeClr val="tx1"/>
          </a:solidFill>
          <a:latin typeface="Arial" pitchFamily="34" charset="0"/>
          <a:ea typeface="Arial" charset="0"/>
          <a:cs typeface="Arial" pitchFamily="34" charset="0"/>
        </a:defRPr>
      </a:lvl3pPr>
      <a:lvl4pPr marL="1785995" indent="42322" algn="l" rtl="0" eaLnBrk="1" fontAlgn="base" hangingPunct="1">
        <a:lnSpc>
          <a:spcPct val="120000"/>
        </a:lnSpc>
        <a:spcBef>
          <a:spcPct val="0"/>
        </a:spcBef>
        <a:spcAft>
          <a:spcPct val="40000"/>
        </a:spcAft>
        <a:buClr>
          <a:srgbClr val="FF0000"/>
        </a:buClr>
        <a:buSzPct val="50000"/>
        <a:buFont typeface="Franklin Gothic Demi" pitchFamily="34" charset="0"/>
        <a:defRPr sz="1600">
          <a:solidFill>
            <a:srgbClr val="114986"/>
          </a:solidFill>
          <a:latin typeface="Arial" pitchFamily="34" charset="0"/>
          <a:ea typeface="Arial" charset="0"/>
          <a:cs typeface="Arial" pitchFamily="34" charset="0"/>
        </a:defRPr>
      </a:lvl4pPr>
      <a:lvl5pPr marL="2761522" indent="-304718" algn="l" rtl="0" eaLnBrk="1" fontAlgn="base" hangingPunct="1">
        <a:spcBef>
          <a:spcPct val="20000"/>
        </a:spcBef>
        <a:spcAft>
          <a:spcPct val="0"/>
        </a:spcAft>
        <a:buClr>
          <a:srgbClr val="FF0000"/>
        </a:buClr>
        <a:buSzPct val="50000"/>
        <a:buFont typeface="Franklin Gothic Demi" pitchFamily="34" charset="0"/>
        <a:buChar char="►"/>
        <a:defRPr>
          <a:solidFill>
            <a:schemeClr val="tx1"/>
          </a:solidFill>
          <a:latin typeface="Arial" pitchFamily="34" charset="0"/>
          <a:ea typeface="Arial" charset="0"/>
          <a:cs typeface="Arial" pitchFamily="34" charset="0"/>
        </a:defRPr>
      </a:lvl5pPr>
      <a:lvl6pPr marL="3370964" indent="-304718" algn="l" rtl="0" eaLnBrk="1" fontAlgn="base" hangingPunct="1">
        <a:spcBef>
          <a:spcPct val="20000"/>
        </a:spcBef>
        <a:spcAft>
          <a:spcPct val="0"/>
        </a:spcAft>
        <a:buClr>
          <a:srgbClr val="FF0000"/>
        </a:buClr>
        <a:buSzPct val="50000"/>
        <a:buFont typeface="Franklin Gothic Demi" charset="0"/>
        <a:buChar char="►"/>
        <a:defRPr>
          <a:solidFill>
            <a:schemeClr val="tx1"/>
          </a:solidFill>
          <a:latin typeface="Franklin Gothic Book" charset="0"/>
          <a:ea typeface="Arial" charset="0"/>
          <a:cs typeface="+mn-cs"/>
        </a:defRPr>
      </a:lvl6pPr>
      <a:lvl7pPr marL="3980402" indent="-304718" algn="l" rtl="0" eaLnBrk="1" fontAlgn="base" hangingPunct="1">
        <a:spcBef>
          <a:spcPct val="20000"/>
        </a:spcBef>
        <a:spcAft>
          <a:spcPct val="0"/>
        </a:spcAft>
        <a:buClr>
          <a:srgbClr val="FF0000"/>
        </a:buClr>
        <a:buSzPct val="50000"/>
        <a:buFont typeface="Franklin Gothic Demi" charset="0"/>
        <a:buChar char="►"/>
        <a:defRPr>
          <a:solidFill>
            <a:schemeClr val="tx1"/>
          </a:solidFill>
          <a:latin typeface="Franklin Gothic Book" charset="0"/>
          <a:ea typeface="Arial" charset="0"/>
          <a:cs typeface="+mn-cs"/>
        </a:defRPr>
      </a:lvl7pPr>
      <a:lvl8pPr marL="4589840" indent="-304718" algn="l" rtl="0" eaLnBrk="1" fontAlgn="base" hangingPunct="1">
        <a:spcBef>
          <a:spcPct val="20000"/>
        </a:spcBef>
        <a:spcAft>
          <a:spcPct val="0"/>
        </a:spcAft>
        <a:buClr>
          <a:srgbClr val="FF0000"/>
        </a:buClr>
        <a:buSzPct val="50000"/>
        <a:buFont typeface="Franklin Gothic Demi" charset="0"/>
        <a:buChar char="►"/>
        <a:defRPr>
          <a:solidFill>
            <a:schemeClr val="tx1"/>
          </a:solidFill>
          <a:latin typeface="Franklin Gothic Book" charset="0"/>
          <a:ea typeface="Arial" charset="0"/>
          <a:cs typeface="+mn-cs"/>
        </a:defRPr>
      </a:lvl8pPr>
      <a:lvl9pPr marL="5199282" indent="-304718" algn="l" rtl="0" eaLnBrk="1" fontAlgn="base" hangingPunct="1">
        <a:spcBef>
          <a:spcPct val="20000"/>
        </a:spcBef>
        <a:spcAft>
          <a:spcPct val="0"/>
        </a:spcAft>
        <a:buClr>
          <a:srgbClr val="FF0000"/>
        </a:buClr>
        <a:buSzPct val="50000"/>
        <a:buFont typeface="Franklin Gothic Demi" charset="0"/>
        <a:buChar char="►"/>
        <a:defRPr>
          <a:solidFill>
            <a:schemeClr val="tx1"/>
          </a:solidFill>
          <a:latin typeface="Franklin Gothic Book" charset="0"/>
          <a:ea typeface="Arial" charset="0"/>
          <a:cs typeface="+mn-cs"/>
        </a:defRPr>
      </a:lvl9pPr>
    </p:bodyStyle>
    <p:otherStyle>
      <a:defPPr>
        <a:defRPr lang="it-IT"/>
      </a:defPPr>
      <a:lvl1pPr marL="0" algn="l" defTabSz="609442" rtl="0" eaLnBrk="1" latinLnBrk="0" hangingPunct="1">
        <a:defRPr sz="2400" kern="1200">
          <a:solidFill>
            <a:schemeClr val="tx1"/>
          </a:solidFill>
          <a:latin typeface="+mn-lt"/>
          <a:ea typeface="+mn-ea"/>
          <a:cs typeface="+mn-cs"/>
        </a:defRPr>
      </a:lvl1pPr>
      <a:lvl2pPr marL="609442" algn="l" defTabSz="609442" rtl="0" eaLnBrk="1" latinLnBrk="0" hangingPunct="1">
        <a:defRPr sz="2400" kern="1200">
          <a:solidFill>
            <a:schemeClr val="tx1"/>
          </a:solidFill>
          <a:latin typeface="+mn-lt"/>
          <a:ea typeface="+mn-ea"/>
          <a:cs typeface="+mn-cs"/>
        </a:defRPr>
      </a:lvl2pPr>
      <a:lvl3pPr marL="1218880" algn="l" defTabSz="609442" rtl="0" eaLnBrk="1" latinLnBrk="0" hangingPunct="1">
        <a:defRPr sz="2400" kern="1200">
          <a:solidFill>
            <a:schemeClr val="tx1"/>
          </a:solidFill>
          <a:latin typeface="+mn-lt"/>
          <a:ea typeface="+mn-ea"/>
          <a:cs typeface="+mn-cs"/>
        </a:defRPr>
      </a:lvl3pPr>
      <a:lvl4pPr marL="1828317" algn="l" defTabSz="609442" rtl="0" eaLnBrk="1" latinLnBrk="0" hangingPunct="1">
        <a:defRPr sz="2400" kern="1200">
          <a:solidFill>
            <a:schemeClr val="tx1"/>
          </a:solidFill>
          <a:latin typeface="+mn-lt"/>
          <a:ea typeface="+mn-ea"/>
          <a:cs typeface="+mn-cs"/>
        </a:defRPr>
      </a:lvl4pPr>
      <a:lvl5pPr marL="2437758" algn="l" defTabSz="609442" rtl="0" eaLnBrk="1" latinLnBrk="0" hangingPunct="1">
        <a:defRPr sz="2400" kern="1200">
          <a:solidFill>
            <a:schemeClr val="tx1"/>
          </a:solidFill>
          <a:latin typeface="+mn-lt"/>
          <a:ea typeface="+mn-ea"/>
          <a:cs typeface="+mn-cs"/>
        </a:defRPr>
      </a:lvl5pPr>
      <a:lvl6pPr marL="3047198" algn="l" defTabSz="609442" rtl="0" eaLnBrk="1" latinLnBrk="0" hangingPunct="1">
        <a:defRPr sz="2400" kern="1200">
          <a:solidFill>
            <a:schemeClr val="tx1"/>
          </a:solidFill>
          <a:latin typeface="+mn-lt"/>
          <a:ea typeface="+mn-ea"/>
          <a:cs typeface="+mn-cs"/>
        </a:defRPr>
      </a:lvl6pPr>
      <a:lvl7pPr marL="3656635" algn="l" defTabSz="609442" rtl="0" eaLnBrk="1" latinLnBrk="0" hangingPunct="1">
        <a:defRPr sz="2400" kern="1200">
          <a:solidFill>
            <a:schemeClr val="tx1"/>
          </a:solidFill>
          <a:latin typeface="+mn-lt"/>
          <a:ea typeface="+mn-ea"/>
          <a:cs typeface="+mn-cs"/>
        </a:defRPr>
      </a:lvl7pPr>
      <a:lvl8pPr marL="4266075" algn="l" defTabSz="609442" rtl="0" eaLnBrk="1" latinLnBrk="0" hangingPunct="1">
        <a:defRPr sz="2400" kern="1200">
          <a:solidFill>
            <a:schemeClr val="tx1"/>
          </a:solidFill>
          <a:latin typeface="+mn-lt"/>
          <a:ea typeface="+mn-ea"/>
          <a:cs typeface="+mn-cs"/>
        </a:defRPr>
      </a:lvl8pPr>
      <a:lvl9pPr marL="4875515" algn="l" defTabSz="609442"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Image 1"/>
          <p:cNvPicPr>
            <a:picLocks noChangeAspect="1"/>
          </p:cNvPicPr>
          <p:nvPr/>
        </p:nvPicPr>
        <p:blipFill>
          <a:blip cstate="print"/>
          <a:stretch>
            <a:fillRect/>
          </a:stretch>
        </p:blipFill>
        <p:spPr>
          <a:xfrm>
            <a:off x="2118" y="2118"/>
            <a:ext cx="2116" cy="2116"/>
          </a:xfrm>
          <a:prstGeom prst="rect">
            <a:avLst/>
          </a:prstGeom>
        </p:spPr>
      </p:pic>
      <p:sp>
        <p:nvSpPr>
          <p:cNvPr id="1026" name="Rectangle 2"/>
          <p:cNvSpPr>
            <a:spLocks noGrp="1" noChangeArrowheads="1"/>
          </p:cNvSpPr>
          <p:nvPr>
            <p:ph type="title"/>
          </p:nvPr>
        </p:nvSpPr>
        <p:spPr bwMode="auto">
          <a:xfrm>
            <a:off x="431800" y="360363"/>
            <a:ext cx="11279717"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it-IT" dirty="0"/>
              <a:t>Texto título do slide Franklin Gothic Medium 26pt </a:t>
            </a:r>
          </a:p>
        </p:txBody>
      </p:sp>
      <p:sp>
        <p:nvSpPr>
          <p:cNvPr id="9" name="CasellaDiTesto 10"/>
          <p:cNvSpPr txBox="1">
            <a:spLocks noChangeArrowheads="1"/>
          </p:cNvSpPr>
          <p:nvPr/>
        </p:nvSpPr>
        <p:spPr bwMode="auto">
          <a:xfrm>
            <a:off x="11346537" y="6464103"/>
            <a:ext cx="556683" cy="184666"/>
          </a:xfrm>
          <a:prstGeom prst="rect">
            <a:avLst/>
          </a:prstGeom>
          <a:noFill/>
          <a:ln>
            <a:noFill/>
          </a:ln>
        </p:spPr>
        <p:txBody>
          <a:bodyPr lIns="121891" tIns="0" rIns="121891" bIns="0">
            <a:spAutoFit/>
          </a:bodyPr>
          <a:lstStyle>
            <a:lvl1pPr eaLnBrk="0" hangingPunct="0">
              <a:defRPr>
                <a:solidFill>
                  <a:schemeClr val="tx1"/>
                </a:solidFill>
                <a:latin typeface="Franklin Gothic Demi" charset="0"/>
                <a:ea typeface="MS PGothic" charset="0"/>
                <a:cs typeface="MS PGothic" charset="0"/>
              </a:defRPr>
            </a:lvl1pPr>
            <a:lvl2pPr marL="742950" indent="-285750" eaLnBrk="0" hangingPunct="0">
              <a:defRPr>
                <a:solidFill>
                  <a:schemeClr val="tx1"/>
                </a:solidFill>
                <a:latin typeface="Franklin Gothic Demi" charset="0"/>
                <a:ea typeface="MS PGothic" charset="0"/>
                <a:cs typeface="MS PGothic" charset="0"/>
              </a:defRPr>
            </a:lvl2pPr>
            <a:lvl3pPr marL="1143000" indent="-228600" eaLnBrk="0" hangingPunct="0">
              <a:defRPr>
                <a:solidFill>
                  <a:schemeClr val="tx1"/>
                </a:solidFill>
                <a:latin typeface="Franklin Gothic Demi" charset="0"/>
                <a:ea typeface="MS PGothic" charset="0"/>
                <a:cs typeface="MS PGothic" charset="0"/>
              </a:defRPr>
            </a:lvl3pPr>
            <a:lvl4pPr marL="1600200" indent="-228600" eaLnBrk="0" hangingPunct="0">
              <a:defRPr>
                <a:solidFill>
                  <a:schemeClr val="tx1"/>
                </a:solidFill>
                <a:latin typeface="Franklin Gothic Demi" charset="0"/>
                <a:ea typeface="MS PGothic" charset="0"/>
                <a:cs typeface="MS PGothic" charset="0"/>
              </a:defRPr>
            </a:lvl4pPr>
            <a:lvl5pPr marL="2057400" indent="-228600" eaLnBrk="0" hangingPunct="0">
              <a:defRPr>
                <a:solidFill>
                  <a:schemeClr val="tx1"/>
                </a:solidFill>
                <a:latin typeface="Franklin Gothic Demi"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Franklin Gothic Demi"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Franklin Gothic Demi"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Franklin Gothic Demi"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Franklin Gothic Demi" charset="0"/>
                <a:ea typeface="MS PGothic" charset="0"/>
                <a:cs typeface="MS PGothic" charset="0"/>
              </a:defRPr>
            </a:lvl9pPr>
          </a:lstStyle>
          <a:p>
            <a:pPr algn="ctr" defTabSz="1218880" eaLnBrk="1" fontAlgn="base" hangingPunct="1">
              <a:spcBef>
                <a:spcPct val="0"/>
              </a:spcBef>
              <a:spcAft>
                <a:spcPct val="0"/>
              </a:spcAft>
              <a:defRPr/>
            </a:pPr>
            <a:fld id="{E57557E4-A33F-4F68-B3B9-5C4EC024384C}" type="slidenum">
              <a:rPr lang="it-IT" sz="1200" smtClean="0">
                <a:solidFill>
                  <a:srgbClr val="000000"/>
                </a:solidFill>
                <a:latin typeface="Arial" charset="0"/>
              </a:rPr>
              <a:pPr algn="ctr" defTabSz="1218880" eaLnBrk="1" fontAlgn="base" hangingPunct="1">
                <a:spcBef>
                  <a:spcPct val="0"/>
                </a:spcBef>
                <a:spcAft>
                  <a:spcPct val="0"/>
                </a:spcAft>
                <a:defRPr/>
              </a:pPr>
              <a:t>‹nº›</a:t>
            </a:fld>
            <a:endParaRPr lang="it-IT" sz="1200" dirty="0">
              <a:solidFill>
                <a:srgbClr val="000000"/>
              </a:solidFill>
              <a:latin typeface="Arial" charset="0"/>
            </a:endParaRPr>
          </a:p>
        </p:txBody>
      </p:sp>
      <p:cxnSp>
        <p:nvCxnSpPr>
          <p:cNvPr id="10" name="Connettore 1 7"/>
          <p:cNvCxnSpPr/>
          <p:nvPr/>
        </p:nvCxnSpPr>
        <p:spPr>
          <a:xfrm>
            <a:off x="11275516" y="6417439"/>
            <a:ext cx="0" cy="312420"/>
          </a:xfrm>
          <a:prstGeom prst="line">
            <a:avLst/>
          </a:prstGeom>
          <a:ln>
            <a:solidFill>
              <a:schemeClr val="tx2">
                <a:lumMod val="75000"/>
              </a:schemeClr>
            </a:solidFill>
          </a:ln>
        </p:spPr>
        <p:style>
          <a:lnRef idx="1">
            <a:schemeClr val="accent2"/>
          </a:lnRef>
          <a:fillRef idx="0">
            <a:schemeClr val="accent2"/>
          </a:fillRef>
          <a:effectRef idx="0">
            <a:schemeClr val="accent2"/>
          </a:effectRef>
          <a:fontRef idx="minor">
            <a:schemeClr val="tx1"/>
          </a:fontRef>
        </p:style>
      </p:cxnSp>
      <p:sp>
        <p:nvSpPr>
          <p:cNvPr id="12" name="Segnaposto piè di pagina 5"/>
          <p:cNvSpPr>
            <a:spLocks noGrp="1"/>
          </p:cNvSpPr>
          <p:nvPr>
            <p:ph type="ftr" sz="quarter" idx="3"/>
          </p:nvPr>
        </p:nvSpPr>
        <p:spPr>
          <a:xfrm>
            <a:off x="3695734" y="6533644"/>
            <a:ext cx="7586133" cy="324357"/>
          </a:xfrm>
          <a:prstGeom prst="rect">
            <a:avLst/>
          </a:prstGeom>
        </p:spPr>
        <p:txBody>
          <a:bodyPr lIns="91418" tIns="45708" rIns="91418" bIns="45708"/>
          <a:lstStyle>
            <a:lvl1pPr algn="r">
              <a:defRPr sz="1200">
                <a:solidFill>
                  <a:schemeClr val="accent5"/>
                </a:solidFill>
                <a:latin typeface="Arial"/>
                <a:ea typeface="MS PGothic" charset="0"/>
                <a:cs typeface="MS PGothic" charset="0"/>
              </a:defRPr>
            </a:lvl1pPr>
          </a:lstStyle>
          <a:p>
            <a:pPr defTabSz="609442" fontAlgn="base">
              <a:spcBef>
                <a:spcPct val="0"/>
              </a:spcBef>
              <a:spcAft>
                <a:spcPct val="0"/>
              </a:spcAft>
              <a:defRPr/>
            </a:pPr>
            <a:r>
              <a:rPr lang="it-IT">
                <a:solidFill>
                  <a:srgbClr val="5E6A71"/>
                </a:solidFill>
              </a:rPr>
              <a:t>Nome do Apresentador-Diretoria/Área</a:t>
            </a:r>
            <a:endParaRPr lang="it-IT" dirty="0">
              <a:solidFill>
                <a:srgbClr val="5E6A71"/>
              </a:solidFill>
            </a:endParaRPr>
          </a:p>
        </p:txBody>
      </p:sp>
      <p:sp>
        <p:nvSpPr>
          <p:cNvPr id="3" name="Text Placeholder 2"/>
          <p:cNvSpPr>
            <a:spLocks noGrp="1"/>
          </p:cNvSpPr>
          <p:nvPr>
            <p:ph type="body" idx="1"/>
          </p:nvPr>
        </p:nvSpPr>
        <p:spPr>
          <a:xfrm>
            <a:off x="430306" y="1095941"/>
            <a:ext cx="11302701" cy="4526280"/>
          </a:xfrm>
          <a:prstGeom prst="rect">
            <a:avLst/>
          </a:prstGeom>
        </p:spPr>
        <p:txBody>
          <a:bodyPr vert="horz" lIns="91418" tIns="45708" rIns="91418" bIns="45708" rtlCol="0">
            <a:normAutofit/>
          </a:bodyPr>
          <a:lstStyle/>
          <a:p>
            <a:pPr lvl="0"/>
            <a:r>
              <a:rPr lang="en-US" dirty="0"/>
              <a:t>Click to edit Master text styles</a:t>
            </a:r>
          </a:p>
          <a:p>
            <a:pPr lvl="1"/>
            <a:r>
              <a:rPr lang="en-US" dirty="0"/>
              <a:t>Second level</a:t>
            </a:r>
          </a:p>
          <a:p>
            <a:pPr lvl="2"/>
            <a:r>
              <a:rPr lang="en-US" dirty="0"/>
              <a:t>Third level</a:t>
            </a:r>
          </a:p>
        </p:txBody>
      </p:sp>
      <p:sp>
        <p:nvSpPr>
          <p:cNvPr id="11" name="Segnaposto data 4"/>
          <p:cNvSpPr>
            <a:spLocks noGrp="1"/>
          </p:cNvSpPr>
          <p:nvPr>
            <p:ph type="dt" sz="half" idx="2"/>
          </p:nvPr>
        </p:nvSpPr>
        <p:spPr>
          <a:xfrm>
            <a:off x="3695734" y="6360289"/>
            <a:ext cx="7586133" cy="265867"/>
          </a:xfrm>
          <a:prstGeom prst="rect">
            <a:avLst/>
          </a:prstGeom>
        </p:spPr>
        <p:txBody>
          <a:bodyPr lIns="91418" tIns="45708" rIns="91418" bIns="45708"/>
          <a:lstStyle>
            <a:lvl1pPr algn="r">
              <a:defRPr sz="1200" b="1" i="0">
                <a:solidFill>
                  <a:schemeClr val="tx2">
                    <a:lumMod val="75000"/>
                  </a:schemeClr>
                </a:solidFill>
                <a:latin typeface="Arial"/>
                <a:ea typeface="MS PGothic" charset="0"/>
                <a:cs typeface="MS PGothic" charset="0"/>
              </a:defRPr>
            </a:lvl1pPr>
          </a:lstStyle>
          <a:p>
            <a:pPr defTabSz="609442" fontAlgn="base">
              <a:spcBef>
                <a:spcPct val="0"/>
              </a:spcBef>
              <a:spcAft>
                <a:spcPct val="0"/>
              </a:spcAft>
              <a:defRPr/>
            </a:pPr>
            <a:r>
              <a:rPr lang="pt-BR">
                <a:solidFill>
                  <a:srgbClr val="002878">
                    <a:lumMod val="75000"/>
                  </a:srgbClr>
                </a:solidFill>
              </a:rPr>
              <a:t>Título da Apresentação</a:t>
            </a:r>
            <a:endParaRPr lang="it-IT" dirty="0">
              <a:solidFill>
                <a:srgbClr val="002878">
                  <a:lumMod val="75000"/>
                </a:srgbClr>
              </a:solidFill>
            </a:endParaRPr>
          </a:p>
        </p:txBody>
      </p:sp>
      <p:pic>
        <p:nvPicPr>
          <p:cNvPr id="16" name="Immagine 4" descr="secondario_rgb.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7081" y="6364908"/>
            <a:ext cx="906479" cy="240000"/>
          </a:xfrm>
          <a:prstGeom prst="rect">
            <a:avLst/>
          </a:prstGeom>
        </p:spPr>
      </p:pic>
      <p:sp>
        <p:nvSpPr>
          <p:cNvPr id="4" name="MSIPCMec74496088cebb105a47471e" descr="{&quot;HashCode&quot;:-328189952,&quot;Placement&quot;:&quot;Footer&quot;,&quot;Top&quot;:522.0343,&quot;Left&quot;:420.527649,&quot;SlideWidth&quot;:960,&quot;SlideHeight&quot;:540}"/>
          <p:cNvSpPr txBox="1"/>
          <p:nvPr userDrawn="1"/>
        </p:nvSpPr>
        <p:spPr>
          <a:xfrm>
            <a:off x="5340701" y="6629836"/>
            <a:ext cx="1510599" cy="228163"/>
          </a:xfrm>
          <a:prstGeom prst="rect">
            <a:avLst/>
          </a:prstGeom>
          <a:noFill/>
          <a:effectLst/>
        </p:spPr>
        <p:txBody>
          <a:bodyPr vert="horz" wrap="square" lIns="0" tIns="0" rIns="0" bIns="0" rtlCol="0" anchor="ctr" anchorCtr="1">
            <a:spAutoFit/>
          </a:bodyPr>
          <a:lstStyle/>
          <a:p>
            <a:pPr algn="ctr"/>
            <a:r>
              <a:rPr lang="pt-BR" sz="800">
                <a:solidFill>
                  <a:srgbClr val="737373"/>
                </a:solidFill>
                <a:latin typeface="Calibri" panose="020F0502020204030204" pitchFamily="34" charset="0"/>
              </a:rPr>
              <a:t>Classificado como Uso Interno</a:t>
            </a:r>
            <a:endParaRPr lang="pt-BR" sz="800" dirty="0">
              <a:solidFill>
                <a:srgbClr val="737373"/>
              </a:solidFill>
              <a:latin typeface="Calibri" panose="020F0502020204030204" pitchFamily="34" charset="0"/>
            </a:endParaRPr>
          </a:p>
        </p:txBody>
      </p:sp>
    </p:spTree>
    <p:extLst>
      <p:ext uri="{BB962C8B-B14F-4D97-AF65-F5344CB8AC3E}">
        <p14:creationId xmlns:p14="http://schemas.microsoft.com/office/powerpoint/2010/main" val="3740310727"/>
      </p:ext>
    </p:extLst>
  </p:cSld>
  <p:clrMap bg1="lt1" tx1="dk1" bg2="lt2" tx2="dk2" accent1="accent1" accent2="accent2" accent3="accent3" accent4="accent4" accent5="accent5" accent6="accent6" hlink="hlink" folHlink="folHlink"/>
  <p:sldLayoutIdLst>
    <p:sldLayoutId id="2147484147" r:id="rId1"/>
    <p:sldLayoutId id="2147484148" r:id="rId2"/>
    <p:sldLayoutId id="2147484149" r:id="rId3"/>
  </p:sldLayoutIdLst>
  <p:hf sldNum="0" hdr="0"/>
  <p:txStyles>
    <p:titleStyle>
      <a:lvl1pPr algn="l" rtl="0" eaLnBrk="1" fontAlgn="base" hangingPunct="1">
        <a:lnSpc>
          <a:spcPts val="3600"/>
        </a:lnSpc>
        <a:spcBef>
          <a:spcPct val="0"/>
        </a:spcBef>
        <a:spcAft>
          <a:spcPct val="0"/>
        </a:spcAft>
        <a:defRPr sz="3467">
          <a:solidFill>
            <a:schemeClr val="tx2"/>
          </a:solidFill>
          <a:latin typeface="Franklin Gothic Medium"/>
          <a:ea typeface="MS PGothic" panose="020B0600070205080204" pitchFamily="34" charset="-128"/>
          <a:cs typeface="Franklin Gothic Medium"/>
        </a:defRPr>
      </a:lvl1pPr>
      <a:lvl2pPr algn="l" rtl="0" eaLnBrk="1" fontAlgn="base" hangingPunct="1">
        <a:lnSpc>
          <a:spcPts val="3600"/>
        </a:lnSpc>
        <a:spcBef>
          <a:spcPct val="0"/>
        </a:spcBef>
        <a:spcAft>
          <a:spcPct val="0"/>
        </a:spcAft>
        <a:defRPr sz="3467">
          <a:solidFill>
            <a:srgbClr val="E0001A"/>
          </a:solidFill>
          <a:latin typeface="Franklin Gothic Medium" panose="020B0603020102020204" pitchFamily="34" charset="0"/>
          <a:ea typeface="MS PGothic" panose="020B0600070205080204" pitchFamily="34" charset="-128"/>
          <a:cs typeface="Franklin Gothic Medium" panose="020B0603020102020204" pitchFamily="34" charset="0"/>
        </a:defRPr>
      </a:lvl2pPr>
      <a:lvl3pPr algn="l" rtl="0" eaLnBrk="1" fontAlgn="base" hangingPunct="1">
        <a:lnSpc>
          <a:spcPts val="3600"/>
        </a:lnSpc>
        <a:spcBef>
          <a:spcPct val="0"/>
        </a:spcBef>
        <a:spcAft>
          <a:spcPct val="0"/>
        </a:spcAft>
        <a:defRPr sz="3467">
          <a:solidFill>
            <a:srgbClr val="E0001A"/>
          </a:solidFill>
          <a:latin typeface="Franklin Gothic Medium" panose="020B0603020102020204" pitchFamily="34" charset="0"/>
          <a:ea typeface="MS PGothic" panose="020B0600070205080204" pitchFamily="34" charset="-128"/>
          <a:cs typeface="Franklin Gothic Medium" panose="020B0603020102020204" pitchFamily="34" charset="0"/>
        </a:defRPr>
      </a:lvl3pPr>
      <a:lvl4pPr algn="l" rtl="0" eaLnBrk="1" fontAlgn="base" hangingPunct="1">
        <a:lnSpc>
          <a:spcPts val="3600"/>
        </a:lnSpc>
        <a:spcBef>
          <a:spcPct val="0"/>
        </a:spcBef>
        <a:spcAft>
          <a:spcPct val="0"/>
        </a:spcAft>
        <a:defRPr sz="3467">
          <a:solidFill>
            <a:srgbClr val="E0001A"/>
          </a:solidFill>
          <a:latin typeface="Franklin Gothic Medium" panose="020B0603020102020204" pitchFamily="34" charset="0"/>
          <a:ea typeface="MS PGothic" panose="020B0600070205080204" pitchFamily="34" charset="-128"/>
          <a:cs typeface="Franklin Gothic Medium" panose="020B0603020102020204" pitchFamily="34" charset="0"/>
        </a:defRPr>
      </a:lvl4pPr>
      <a:lvl5pPr algn="l" rtl="0" eaLnBrk="1" fontAlgn="base" hangingPunct="1">
        <a:lnSpc>
          <a:spcPts val="3600"/>
        </a:lnSpc>
        <a:spcBef>
          <a:spcPct val="0"/>
        </a:spcBef>
        <a:spcAft>
          <a:spcPct val="0"/>
        </a:spcAft>
        <a:defRPr sz="3467">
          <a:solidFill>
            <a:srgbClr val="E0001A"/>
          </a:solidFill>
          <a:latin typeface="Franklin Gothic Medium" panose="020B0603020102020204" pitchFamily="34" charset="0"/>
          <a:ea typeface="MS PGothic" panose="020B0600070205080204" pitchFamily="34" charset="-128"/>
          <a:cs typeface="Franklin Gothic Medium" panose="020B0603020102020204" pitchFamily="34" charset="0"/>
        </a:defRPr>
      </a:lvl5pPr>
      <a:lvl6pPr marL="609442" algn="l" rtl="0" eaLnBrk="1" fontAlgn="base" hangingPunct="1">
        <a:spcBef>
          <a:spcPct val="0"/>
        </a:spcBef>
        <a:spcAft>
          <a:spcPct val="0"/>
        </a:spcAft>
        <a:defRPr sz="3467">
          <a:solidFill>
            <a:schemeClr val="tx2"/>
          </a:solidFill>
          <a:latin typeface="Franklin Gothic Demi" charset="0"/>
          <a:ea typeface="ＭＳ Ｐゴシック" charset="0"/>
          <a:cs typeface="Arial" charset="0"/>
        </a:defRPr>
      </a:lvl6pPr>
      <a:lvl7pPr marL="1218880" algn="l" rtl="0" eaLnBrk="1" fontAlgn="base" hangingPunct="1">
        <a:spcBef>
          <a:spcPct val="0"/>
        </a:spcBef>
        <a:spcAft>
          <a:spcPct val="0"/>
        </a:spcAft>
        <a:defRPr sz="3467">
          <a:solidFill>
            <a:schemeClr val="tx2"/>
          </a:solidFill>
          <a:latin typeface="Franklin Gothic Demi" charset="0"/>
          <a:ea typeface="ＭＳ Ｐゴシック" charset="0"/>
          <a:cs typeface="Arial" charset="0"/>
        </a:defRPr>
      </a:lvl7pPr>
      <a:lvl8pPr marL="1828317" algn="l" rtl="0" eaLnBrk="1" fontAlgn="base" hangingPunct="1">
        <a:spcBef>
          <a:spcPct val="0"/>
        </a:spcBef>
        <a:spcAft>
          <a:spcPct val="0"/>
        </a:spcAft>
        <a:defRPr sz="3467">
          <a:solidFill>
            <a:schemeClr val="tx2"/>
          </a:solidFill>
          <a:latin typeface="Franklin Gothic Demi" charset="0"/>
          <a:ea typeface="ＭＳ Ｐゴシック" charset="0"/>
          <a:cs typeface="Arial" charset="0"/>
        </a:defRPr>
      </a:lvl8pPr>
      <a:lvl9pPr marL="2437758" algn="l" rtl="0" eaLnBrk="1" fontAlgn="base" hangingPunct="1">
        <a:spcBef>
          <a:spcPct val="0"/>
        </a:spcBef>
        <a:spcAft>
          <a:spcPct val="0"/>
        </a:spcAft>
        <a:defRPr sz="3467">
          <a:solidFill>
            <a:schemeClr val="tx2"/>
          </a:solidFill>
          <a:latin typeface="Franklin Gothic Demi" charset="0"/>
          <a:ea typeface="ＭＳ Ｐゴシック" charset="0"/>
          <a:cs typeface="Arial" charset="0"/>
        </a:defRPr>
      </a:lvl9pPr>
    </p:titleStyle>
    <p:bodyStyle>
      <a:lvl1pPr marL="457082" indent="-457082" algn="l" rtl="0" eaLnBrk="1" fontAlgn="base" hangingPunct="1">
        <a:lnSpc>
          <a:spcPct val="120000"/>
        </a:lnSpc>
        <a:spcBef>
          <a:spcPct val="0"/>
        </a:spcBef>
        <a:spcAft>
          <a:spcPct val="40000"/>
        </a:spcAft>
        <a:buClr>
          <a:srgbClr val="FF0000"/>
        </a:buClr>
        <a:buSzPct val="50000"/>
        <a:buFont typeface="Franklin Gothic Demi" pitchFamily="34" charset="0"/>
        <a:defRPr sz="2933" baseline="0">
          <a:solidFill>
            <a:schemeClr val="tx1"/>
          </a:solidFill>
          <a:latin typeface="Arial" pitchFamily="34" charset="0"/>
          <a:ea typeface="MS PGothic" panose="020B0600070205080204" pitchFamily="34" charset="-128"/>
          <a:cs typeface="Arial" pitchFamily="34" charset="0"/>
        </a:defRPr>
      </a:lvl1pPr>
      <a:lvl2pPr marL="594626" indent="14817" algn="l" rtl="0" eaLnBrk="1" fontAlgn="base" hangingPunct="1">
        <a:lnSpc>
          <a:spcPct val="120000"/>
        </a:lnSpc>
        <a:spcBef>
          <a:spcPct val="0"/>
        </a:spcBef>
        <a:spcAft>
          <a:spcPct val="40000"/>
        </a:spcAft>
        <a:buClr>
          <a:srgbClr val="FF0000"/>
        </a:buClr>
        <a:buSzPct val="50000"/>
        <a:buFont typeface="Franklin Gothic Demi" pitchFamily="34" charset="0"/>
        <a:defRPr>
          <a:solidFill>
            <a:schemeClr val="tx1"/>
          </a:solidFill>
          <a:latin typeface="Arial" pitchFamily="34" charset="0"/>
          <a:ea typeface="Arial" charset="0"/>
          <a:cs typeface="Arial" pitchFamily="34" charset="0"/>
        </a:defRPr>
      </a:lvl2pPr>
      <a:lvl3pPr marL="1191368" indent="27517" algn="l" rtl="0" eaLnBrk="1" fontAlgn="base" hangingPunct="1">
        <a:lnSpc>
          <a:spcPct val="120000"/>
        </a:lnSpc>
        <a:spcBef>
          <a:spcPct val="0"/>
        </a:spcBef>
        <a:spcAft>
          <a:spcPct val="40000"/>
        </a:spcAft>
        <a:buClr>
          <a:srgbClr val="FF0000"/>
        </a:buClr>
        <a:buSzPct val="50000"/>
        <a:buFont typeface="Franklin Gothic Demi" pitchFamily="34" charset="0"/>
        <a:defRPr sz="2133">
          <a:solidFill>
            <a:schemeClr val="tx1"/>
          </a:solidFill>
          <a:latin typeface="Arial" pitchFamily="34" charset="0"/>
          <a:ea typeface="Arial" charset="0"/>
          <a:cs typeface="Arial" pitchFamily="34" charset="0"/>
        </a:defRPr>
      </a:lvl3pPr>
      <a:lvl4pPr marL="1785995" indent="42322" algn="l" rtl="0" eaLnBrk="1" fontAlgn="base" hangingPunct="1">
        <a:lnSpc>
          <a:spcPct val="120000"/>
        </a:lnSpc>
        <a:spcBef>
          <a:spcPct val="0"/>
        </a:spcBef>
        <a:spcAft>
          <a:spcPct val="40000"/>
        </a:spcAft>
        <a:buClr>
          <a:srgbClr val="FF0000"/>
        </a:buClr>
        <a:buSzPct val="50000"/>
        <a:buFont typeface="Franklin Gothic Demi" pitchFamily="34" charset="0"/>
        <a:defRPr sz="1600">
          <a:solidFill>
            <a:srgbClr val="114986"/>
          </a:solidFill>
          <a:latin typeface="Arial" pitchFamily="34" charset="0"/>
          <a:ea typeface="Arial" charset="0"/>
          <a:cs typeface="Arial" pitchFamily="34" charset="0"/>
        </a:defRPr>
      </a:lvl4pPr>
      <a:lvl5pPr marL="2761522" indent="-304718" algn="l" rtl="0" eaLnBrk="1" fontAlgn="base" hangingPunct="1">
        <a:spcBef>
          <a:spcPct val="20000"/>
        </a:spcBef>
        <a:spcAft>
          <a:spcPct val="0"/>
        </a:spcAft>
        <a:buClr>
          <a:srgbClr val="FF0000"/>
        </a:buClr>
        <a:buSzPct val="50000"/>
        <a:buFont typeface="Franklin Gothic Demi" pitchFamily="34" charset="0"/>
        <a:buChar char="►"/>
        <a:defRPr>
          <a:solidFill>
            <a:schemeClr val="tx1"/>
          </a:solidFill>
          <a:latin typeface="Arial" pitchFamily="34" charset="0"/>
          <a:ea typeface="Arial" charset="0"/>
          <a:cs typeface="Arial" pitchFamily="34" charset="0"/>
        </a:defRPr>
      </a:lvl5pPr>
      <a:lvl6pPr marL="3370964" indent="-304718" algn="l" rtl="0" eaLnBrk="1" fontAlgn="base" hangingPunct="1">
        <a:spcBef>
          <a:spcPct val="20000"/>
        </a:spcBef>
        <a:spcAft>
          <a:spcPct val="0"/>
        </a:spcAft>
        <a:buClr>
          <a:srgbClr val="FF0000"/>
        </a:buClr>
        <a:buSzPct val="50000"/>
        <a:buFont typeface="Franklin Gothic Demi" charset="0"/>
        <a:buChar char="►"/>
        <a:defRPr>
          <a:solidFill>
            <a:schemeClr val="tx1"/>
          </a:solidFill>
          <a:latin typeface="Franklin Gothic Book" charset="0"/>
          <a:ea typeface="Arial" charset="0"/>
          <a:cs typeface="+mn-cs"/>
        </a:defRPr>
      </a:lvl6pPr>
      <a:lvl7pPr marL="3980402" indent="-304718" algn="l" rtl="0" eaLnBrk="1" fontAlgn="base" hangingPunct="1">
        <a:spcBef>
          <a:spcPct val="20000"/>
        </a:spcBef>
        <a:spcAft>
          <a:spcPct val="0"/>
        </a:spcAft>
        <a:buClr>
          <a:srgbClr val="FF0000"/>
        </a:buClr>
        <a:buSzPct val="50000"/>
        <a:buFont typeface="Franklin Gothic Demi" charset="0"/>
        <a:buChar char="►"/>
        <a:defRPr>
          <a:solidFill>
            <a:schemeClr val="tx1"/>
          </a:solidFill>
          <a:latin typeface="Franklin Gothic Book" charset="0"/>
          <a:ea typeface="Arial" charset="0"/>
          <a:cs typeface="+mn-cs"/>
        </a:defRPr>
      </a:lvl7pPr>
      <a:lvl8pPr marL="4589840" indent="-304718" algn="l" rtl="0" eaLnBrk="1" fontAlgn="base" hangingPunct="1">
        <a:spcBef>
          <a:spcPct val="20000"/>
        </a:spcBef>
        <a:spcAft>
          <a:spcPct val="0"/>
        </a:spcAft>
        <a:buClr>
          <a:srgbClr val="FF0000"/>
        </a:buClr>
        <a:buSzPct val="50000"/>
        <a:buFont typeface="Franklin Gothic Demi" charset="0"/>
        <a:buChar char="►"/>
        <a:defRPr>
          <a:solidFill>
            <a:schemeClr val="tx1"/>
          </a:solidFill>
          <a:latin typeface="Franklin Gothic Book" charset="0"/>
          <a:ea typeface="Arial" charset="0"/>
          <a:cs typeface="+mn-cs"/>
        </a:defRPr>
      </a:lvl8pPr>
      <a:lvl9pPr marL="5199282" indent="-304718" algn="l" rtl="0" eaLnBrk="1" fontAlgn="base" hangingPunct="1">
        <a:spcBef>
          <a:spcPct val="20000"/>
        </a:spcBef>
        <a:spcAft>
          <a:spcPct val="0"/>
        </a:spcAft>
        <a:buClr>
          <a:srgbClr val="FF0000"/>
        </a:buClr>
        <a:buSzPct val="50000"/>
        <a:buFont typeface="Franklin Gothic Demi" charset="0"/>
        <a:buChar char="►"/>
        <a:defRPr>
          <a:solidFill>
            <a:schemeClr val="tx1"/>
          </a:solidFill>
          <a:latin typeface="Franklin Gothic Book" charset="0"/>
          <a:ea typeface="Arial" charset="0"/>
          <a:cs typeface="+mn-cs"/>
        </a:defRPr>
      </a:lvl9pPr>
    </p:bodyStyle>
    <p:otherStyle>
      <a:defPPr>
        <a:defRPr lang="it-IT"/>
      </a:defPPr>
      <a:lvl1pPr marL="0" algn="l" defTabSz="609442" rtl="0" eaLnBrk="1" latinLnBrk="0" hangingPunct="1">
        <a:defRPr sz="2400" kern="1200">
          <a:solidFill>
            <a:schemeClr val="tx1"/>
          </a:solidFill>
          <a:latin typeface="+mn-lt"/>
          <a:ea typeface="+mn-ea"/>
          <a:cs typeface="+mn-cs"/>
        </a:defRPr>
      </a:lvl1pPr>
      <a:lvl2pPr marL="609442" algn="l" defTabSz="609442" rtl="0" eaLnBrk="1" latinLnBrk="0" hangingPunct="1">
        <a:defRPr sz="2400" kern="1200">
          <a:solidFill>
            <a:schemeClr val="tx1"/>
          </a:solidFill>
          <a:latin typeface="+mn-lt"/>
          <a:ea typeface="+mn-ea"/>
          <a:cs typeface="+mn-cs"/>
        </a:defRPr>
      </a:lvl2pPr>
      <a:lvl3pPr marL="1218880" algn="l" defTabSz="609442" rtl="0" eaLnBrk="1" latinLnBrk="0" hangingPunct="1">
        <a:defRPr sz="2400" kern="1200">
          <a:solidFill>
            <a:schemeClr val="tx1"/>
          </a:solidFill>
          <a:latin typeface="+mn-lt"/>
          <a:ea typeface="+mn-ea"/>
          <a:cs typeface="+mn-cs"/>
        </a:defRPr>
      </a:lvl3pPr>
      <a:lvl4pPr marL="1828317" algn="l" defTabSz="609442" rtl="0" eaLnBrk="1" latinLnBrk="0" hangingPunct="1">
        <a:defRPr sz="2400" kern="1200">
          <a:solidFill>
            <a:schemeClr val="tx1"/>
          </a:solidFill>
          <a:latin typeface="+mn-lt"/>
          <a:ea typeface="+mn-ea"/>
          <a:cs typeface="+mn-cs"/>
        </a:defRPr>
      </a:lvl4pPr>
      <a:lvl5pPr marL="2437758" algn="l" defTabSz="609442" rtl="0" eaLnBrk="1" latinLnBrk="0" hangingPunct="1">
        <a:defRPr sz="2400" kern="1200">
          <a:solidFill>
            <a:schemeClr val="tx1"/>
          </a:solidFill>
          <a:latin typeface="+mn-lt"/>
          <a:ea typeface="+mn-ea"/>
          <a:cs typeface="+mn-cs"/>
        </a:defRPr>
      </a:lvl5pPr>
      <a:lvl6pPr marL="3047198" algn="l" defTabSz="609442" rtl="0" eaLnBrk="1" latinLnBrk="0" hangingPunct="1">
        <a:defRPr sz="2400" kern="1200">
          <a:solidFill>
            <a:schemeClr val="tx1"/>
          </a:solidFill>
          <a:latin typeface="+mn-lt"/>
          <a:ea typeface="+mn-ea"/>
          <a:cs typeface="+mn-cs"/>
        </a:defRPr>
      </a:lvl6pPr>
      <a:lvl7pPr marL="3656635" algn="l" defTabSz="609442" rtl="0" eaLnBrk="1" latinLnBrk="0" hangingPunct="1">
        <a:defRPr sz="2400" kern="1200">
          <a:solidFill>
            <a:schemeClr val="tx1"/>
          </a:solidFill>
          <a:latin typeface="+mn-lt"/>
          <a:ea typeface="+mn-ea"/>
          <a:cs typeface="+mn-cs"/>
        </a:defRPr>
      </a:lvl7pPr>
      <a:lvl8pPr marL="4266075" algn="l" defTabSz="609442" rtl="0" eaLnBrk="1" latinLnBrk="0" hangingPunct="1">
        <a:defRPr sz="2400" kern="1200">
          <a:solidFill>
            <a:schemeClr val="tx1"/>
          </a:solidFill>
          <a:latin typeface="+mn-lt"/>
          <a:ea typeface="+mn-ea"/>
          <a:cs typeface="+mn-cs"/>
        </a:defRPr>
      </a:lvl8pPr>
      <a:lvl9pPr marL="4875515" algn="l" defTabSz="609442"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8.xml"/><Relationship Id="rId7" Type="http://schemas.openxmlformats.org/officeDocument/2006/relationships/image" Target="../media/image6.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notesSlide" Target="../notesSlides/notesSlide1.xml"/><Relationship Id="rId5" Type="http://schemas.openxmlformats.org/officeDocument/2006/relationships/slideLayout" Target="../slideLayouts/slideLayout16.xml"/><Relationship Id="rId4" Type="http://schemas.openxmlformats.org/officeDocument/2006/relationships/tags" Target="../tags/tag19.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20.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2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2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2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cstate="print"/>
          <a:stretch>
            <a:fillRect/>
          </a:stretch>
        </p:blipFill>
        <p:spPr>
          <a:xfrm>
            <a:off x="0" y="0"/>
            <a:ext cx="158750" cy="158750"/>
          </a:xfrm>
          <a:prstGeom prst="rect">
            <a:avLst/>
          </a:prstGeom>
        </p:spPr>
      </p:pic>
      <p:pic>
        <p:nvPicPr>
          <p:cNvPr id="3" name="Picture 2"/>
          <p:cNvPicPr>
            <a:picLocks noChangeAspect="1"/>
          </p:cNvPicPr>
          <p:nvPr>
            <p:custDataLst>
              <p:tags r:id="rId1"/>
            </p:custDataLst>
          </p:nvPr>
        </p:nvPicPr>
        <p:blipFill>
          <a:blip r:embed="rId7">
            <a:extLst>
              <a:ext uri="{28A0092B-C50C-407E-A947-70E740481C1C}">
                <a14:useLocalDpi xmlns:a14="http://schemas.microsoft.com/office/drawing/2010/main"/>
              </a:ext>
            </a:extLst>
          </a:blip>
          <a:stretch>
            <a:fillRect/>
          </a:stretch>
        </p:blipFill>
        <p:spPr>
          <a:xfrm>
            <a:off x="0" y="5701"/>
            <a:ext cx="12192000" cy="6858000"/>
          </a:xfrm>
          <a:prstGeom prst="rect">
            <a:avLst/>
          </a:prstGeom>
        </p:spPr>
      </p:pic>
      <p:pic>
        <p:nvPicPr>
          <p:cNvPr id="8" name="Picture 7"/>
          <p:cNvPicPr>
            <a:picLocks noChangeAspect="1"/>
          </p:cNvPicPr>
          <p:nvPr>
            <p:custDataLst>
              <p:tags r:id="rId2"/>
            </p:custDataLst>
          </p:nvPr>
        </p:nvPicPr>
        <p:blipFill rotWithShape="1">
          <a:blip r:embed="rId8" cstate="print">
            <a:extLst>
              <a:ext uri="{28A0092B-C50C-407E-A947-70E740481C1C}">
                <a14:useLocalDpi xmlns:a14="http://schemas.microsoft.com/office/drawing/2010/main"/>
              </a:ext>
            </a:extLst>
          </a:blip>
          <a:srcRect t="7269" r="-3167" b="5389"/>
          <a:stretch/>
        </p:blipFill>
        <p:spPr>
          <a:xfrm>
            <a:off x="7047647" y="2957802"/>
            <a:ext cx="5144353" cy="2856144"/>
          </a:xfrm>
          <a:prstGeom prst="rect">
            <a:avLst/>
          </a:prstGeom>
          <a:ln>
            <a:noFill/>
          </a:ln>
          <a:effectLst>
            <a:softEdge rad="112500"/>
          </a:effectLst>
        </p:spPr>
      </p:pic>
      <p:pic>
        <p:nvPicPr>
          <p:cNvPr id="5" name="Picture 4"/>
          <p:cNvPicPr>
            <a:picLocks noChangeAspect="1"/>
          </p:cNvPicPr>
          <p:nvPr>
            <p:custDataLst>
              <p:tags r:id="rId3"/>
            </p:custDataLst>
          </p:nvPr>
        </p:nvPicPr>
        <p:blipFill rotWithShape="1">
          <a:blip r:embed="rId7">
            <a:extLst>
              <a:ext uri="{28A0092B-C50C-407E-A947-70E740481C1C}">
                <a14:useLocalDpi xmlns:a14="http://schemas.microsoft.com/office/drawing/2010/main"/>
              </a:ext>
            </a:extLst>
          </a:blip>
          <a:srcRect l="83370" b="57018"/>
          <a:stretch/>
        </p:blipFill>
        <p:spPr>
          <a:xfrm>
            <a:off x="6911168" y="-5729"/>
            <a:ext cx="5280832" cy="2947712"/>
          </a:xfrm>
          <a:prstGeom prst="rect">
            <a:avLst/>
          </a:prstGeom>
        </p:spPr>
      </p:pic>
      <p:sp>
        <p:nvSpPr>
          <p:cNvPr id="9" name="TextBox 8"/>
          <p:cNvSpPr txBox="1"/>
          <p:nvPr/>
        </p:nvSpPr>
        <p:spPr>
          <a:xfrm>
            <a:off x="5930283" y="2516559"/>
            <a:ext cx="6015380" cy="1815882"/>
          </a:xfrm>
          <a:prstGeom prst="rect">
            <a:avLst/>
          </a:prstGeom>
          <a:noFill/>
        </p:spPr>
        <p:txBody>
          <a:bodyPr wrap="square" rtlCol="0">
            <a:spAutoFit/>
          </a:bodyPr>
          <a:lstStyle/>
          <a:p>
            <a:pPr algn="r"/>
            <a:r>
              <a:rPr lang="pt-BR" sz="3600" b="1" dirty="0">
                <a:solidFill>
                  <a:schemeClr val="bg1"/>
                </a:solidFill>
              </a:rPr>
              <a:t>MIS</a:t>
            </a:r>
            <a:endParaRPr lang="pt-BR" sz="3200" b="1" dirty="0">
              <a:solidFill>
                <a:schemeClr val="bg1"/>
              </a:solidFill>
            </a:endParaRPr>
          </a:p>
          <a:p>
            <a:pPr algn="r"/>
            <a:r>
              <a:rPr lang="pt-BR" sz="2400" b="1" dirty="0">
                <a:solidFill>
                  <a:schemeClr val="bg1"/>
                </a:solidFill>
              </a:rPr>
              <a:t>Case para vaga de Consultor “Power BI ”</a:t>
            </a:r>
            <a:endParaRPr lang="en-US" sz="3200" dirty="0">
              <a:solidFill>
                <a:schemeClr val="bg1"/>
              </a:solidFill>
            </a:endParaRPr>
          </a:p>
          <a:p>
            <a:pPr algn="r"/>
            <a:endParaRPr lang="en-US" sz="3200" dirty="0">
              <a:solidFill>
                <a:schemeClr val="bg1"/>
              </a:solidFill>
            </a:endParaRPr>
          </a:p>
          <a:p>
            <a:pPr algn="r"/>
            <a:r>
              <a:rPr lang="pt-BR" sz="2000" dirty="0">
                <a:solidFill>
                  <a:schemeClr val="bg1"/>
                </a:solidFill>
              </a:rPr>
              <a:t>Junho/2024</a:t>
            </a:r>
          </a:p>
        </p:txBody>
      </p:sp>
      <p:sp>
        <p:nvSpPr>
          <p:cNvPr id="7" name="TextBox 6"/>
          <p:cNvSpPr txBox="1"/>
          <p:nvPr>
            <p:custDataLst>
              <p:tags r:id="rId4"/>
            </p:custDataLst>
          </p:nvPr>
        </p:nvSpPr>
        <p:spPr>
          <a:xfrm>
            <a:off x="7157506" y="-5729"/>
            <a:ext cx="5034494" cy="1077218"/>
          </a:xfrm>
          <a:prstGeom prst="rect">
            <a:avLst/>
          </a:prstGeom>
          <a:noFill/>
        </p:spPr>
        <p:txBody>
          <a:bodyPr wrap="square" rtlCol="0">
            <a:spAutoFit/>
          </a:bodyPr>
          <a:lstStyle/>
          <a:p>
            <a:pPr algn="r"/>
            <a:endParaRPr lang="en-US" sz="3200" dirty="0">
              <a:solidFill>
                <a:schemeClr val="bg1"/>
              </a:solidFill>
            </a:endParaRPr>
          </a:p>
          <a:p>
            <a:pPr algn="r"/>
            <a:endParaRPr lang="en-US" sz="3200" dirty="0">
              <a:solidFill>
                <a:schemeClr val="bg1"/>
              </a:solidFill>
            </a:endParaRPr>
          </a:p>
        </p:txBody>
      </p:sp>
    </p:spTree>
    <p:extLst>
      <p:ext uri="{BB962C8B-B14F-4D97-AF65-F5344CB8AC3E}">
        <p14:creationId xmlns:p14="http://schemas.microsoft.com/office/powerpoint/2010/main" val="3396684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nvPicPr>
        <p:blipFill>
          <a:blip cstate="print"/>
          <a:stretch>
            <a:fillRect/>
          </a:stretch>
        </p:blipFill>
        <p:spPr>
          <a:xfrm>
            <a:off x="1588" y="1588"/>
            <a:ext cx="1588" cy="1588"/>
          </a:xfrm>
          <a:prstGeom prst="rect">
            <a:avLst/>
          </a:prstGeom>
        </p:spPr>
      </p:pic>
      <p:sp>
        <p:nvSpPr>
          <p:cNvPr id="6" name="Rectangle 5" hidden="1"/>
          <p:cNvSpPr/>
          <p:nvPr>
            <p:custDataLst>
              <p:tags r:id="rId1"/>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ct val="90000"/>
              </a:lnSpc>
              <a:spcBef>
                <a:spcPct val="0"/>
              </a:spcBef>
              <a:spcAft>
                <a:spcPct val="0"/>
              </a:spcAft>
            </a:pPr>
            <a:endParaRPr lang="pt-BR" sz="2000" b="1" dirty="0">
              <a:latin typeface="TIM Sans" panose="00000500000000000000" pitchFamily="2" charset="0"/>
              <a:ea typeface="ＭＳ Ｐゴシック" panose="020B0600070205080204" pitchFamily="34" charset="-128"/>
              <a:cs typeface="Arial" panose="020B0604020202020204" pitchFamily="34" charset="0"/>
              <a:sym typeface="TIM Sans" panose="00000500000000000000" pitchFamily="2" charset="0"/>
            </a:endParaRPr>
          </a:p>
        </p:txBody>
      </p:sp>
      <p:sp>
        <p:nvSpPr>
          <p:cNvPr id="3" name="Title 2"/>
          <p:cNvSpPr>
            <a:spLocks noGrp="1"/>
          </p:cNvSpPr>
          <p:nvPr>
            <p:ph type="title"/>
          </p:nvPr>
        </p:nvSpPr>
        <p:spPr/>
        <p:txBody>
          <a:bodyPr/>
          <a:lstStyle/>
          <a:p>
            <a:r>
              <a:rPr lang="pt-BR" dirty="0"/>
              <a:t>Objetivo do Case</a:t>
            </a:r>
          </a:p>
        </p:txBody>
      </p:sp>
      <p:sp>
        <p:nvSpPr>
          <p:cNvPr id="5" name="Rectangle 4"/>
          <p:cNvSpPr/>
          <p:nvPr/>
        </p:nvSpPr>
        <p:spPr>
          <a:xfrm>
            <a:off x="531794" y="1460733"/>
            <a:ext cx="11041631" cy="2554545"/>
          </a:xfrm>
          <a:prstGeom prst="rect">
            <a:avLst/>
          </a:prstGeom>
          <a:ln>
            <a:noFill/>
          </a:ln>
        </p:spPr>
        <p:txBody>
          <a:bodyPr wrap="square">
            <a:spAutoFit/>
          </a:bodyPr>
          <a:lstStyle/>
          <a:p>
            <a:pPr lvl="0" algn="just">
              <a:spcAft>
                <a:spcPts val="1200"/>
              </a:spcAft>
            </a:pPr>
            <a:r>
              <a:rPr lang="pt-BR" sz="2000" b="1" dirty="0"/>
              <a:t>Esse case consiste em analisar os conhecimentos do candidato no seguintes pontos:</a:t>
            </a:r>
          </a:p>
          <a:p>
            <a:pPr marL="914400" lvl="1" indent="-457200" algn="just">
              <a:spcAft>
                <a:spcPts val="1200"/>
              </a:spcAft>
              <a:buFont typeface="+mj-lt"/>
              <a:buAutoNum type="arabicPeriod"/>
            </a:pPr>
            <a:r>
              <a:rPr lang="pt-BR" sz="2000" b="1" dirty="0"/>
              <a:t>Entendimento do problema proposto</a:t>
            </a:r>
          </a:p>
          <a:p>
            <a:pPr marL="914400" lvl="1" indent="-457200" algn="just">
              <a:spcAft>
                <a:spcPts val="1200"/>
              </a:spcAft>
              <a:buFont typeface="+mj-lt"/>
              <a:buAutoNum type="arabicPeriod"/>
            </a:pPr>
            <a:r>
              <a:rPr lang="pt-BR" sz="2000" b="1" dirty="0"/>
              <a:t>Compreensão da base de insumo</a:t>
            </a:r>
          </a:p>
          <a:p>
            <a:pPr marL="914400" lvl="1" indent="-457200" algn="just">
              <a:spcAft>
                <a:spcPts val="1200"/>
              </a:spcAft>
              <a:buFont typeface="+mj-lt"/>
              <a:buAutoNum type="arabicPeriod"/>
            </a:pPr>
            <a:r>
              <a:rPr lang="pt-BR" sz="2000" b="1" dirty="0"/>
              <a:t>Habilidade de extrair da massa de dados </a:t>
            </a:r>
            <a:r>
              <a:rPr lang="pt-BR" sz="2000" b="1" u="sng" dirty="0"/>
              <a:t>já padronizada </a:t>
            </a:r>
            <a:r>
              <a:rPr lang="pt-BR" sz="2000" b="1" dirty="0"/>
              <a:t>informações para tomada de decisão</a:t>
            </a:r>
          </a:p>
          <a:p>
            <a:pPr marL="914400" lvl="1" indent="-457200" algn="just">
              <a:spcAft>
                <a:spcPts val="1200"/>
              </a:spcAft>
              <a:buFont typeface="+mj-lt"/>
              <a:buAutoNum type="arabicPeriod"/>
            </a:pPr>
            <a:r>
              <a:rPr lang="pt-BR" sz="2000" b="1" dirty="0"/>
              <a:t>Testar conhecimento na </a:t>
            </a:r>
            <a:r>
              <a:rPr lang="pt-BR" sz="2000" b="1" u="sng" dirty="0"/>
              <a:t>ferramenta Power BI</a:t>
            </a:r>
          </a:p>
        </p:txBody>
      </p:sp>
    </p:spTree>
    <p:extLst>
      <p:ext uri="{BB962C8B-B14F-4D97-AF65-F5344CB8AC3E}">
        <p14:creationId xmlns:p14="http://schemas.microsoft.com/office/powerpoint/2010/main" val="2231073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nvPicPr>
        <p:blipFill>
          <a:blip cstate="print"/>
          <a:stretch>
            <a:fillRect/>
          </a:stretch>
        </p:blipFill>
        <p:spPr>
          <a:xfrm>
            <a:off x="1588" y="1588"/>
            <a:ext cx="1588" cy="1588"/>
          </a:xfrm>
          <a:prstGeom prst="rect">
            <a:avLst/>
          </a:prstGeom>
        </p:spPr>
      </p:pic>
      <p:sp>
        <p:nvSpPr>
          <p:cNvPr id="6" name="Rectangle 5" hidden="1"/>
          <p:cNvSpPr/>
          <p:nvPr>
            <p:custDataLst>
              <p:tags r:id="rId1"/>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ct val="90000"/>
              </a:lnSpc>
              <a:spcBef>
                <a:spcPct val="0"/>
              </a:spcBef>
              <a:spcAft>
                <a:spcPct val="0"/>
              </a:spcAft>
            </a:pPr>
            <a:endParaRPr lang="pt-BR" sz="2000" b="1" dirty="0">
              <a:latin typeface="TIM Sans" panose="00000500000000000000" pitchFamily="2" charset="0"/>
              <a:ea typeface="ＭＳ Ｐゴシック" panose="020B0600070205080204" pitchFamily="34" charset="-128"/>
              <a:cs typeface="Arial" panose="020B0604020202020204" pitchFamily="34" charset="0"/>
              <a:sym typeface="TIM Sans" panose="00000500000000000000" pitchFamily="2" charset="0"/>
            </a:endParaRPr>
          </a:p>
        </p:txBody>
      </p:sp>
      <p:sp>
        <p:nvSpPr>
          <p:cNvPr id="3" name="Title 2"/>
          <p:cNvSpPr>
            <a:spLocks noGrp="1"/>
          </p:cNvSpPr>
          <p:nvPr>
            <p:ph type="title"/>
          </p:nvPr>
        </p:nvSpPr>
        <p:spPr/>
        <p:txBody>
          <a:bodyPr/>
          <a:lstStyle/>
          <a:p>
            <a:r>
              <a:rPr lang="pt-BR" dirty="0"/>
              <a:t>Passo 1 - Introdução</a:t>
            </a:r>
          </a:p>
        </p:txBody>
      </p:sp>
      <p:sp>
        <p:nvSpPr>
          <p:cNvPr id="5" name="Rectangle 4"/>
          <p:cNvSpPr/>
          <p:nvPr/>
        </p:nvSpPr>
        <p:spPr>
          <a:xfrm>
            <a:off x="531569" y="1482994"/>
            <a:ext cx="11160900" cy="2554545"/>
          </a:xfrm>
          <a:prstGeom prst="rect">
            <a:avLst/>
          </a:prstGeom>
          <a:noFill/>
          <a:ln>
            <a:noFill/>
          </a:ln>
        </p:spPr>
        <p:txBody>
          <a:bodyPr wrap="square">
            <a:spAutoFit/>
          </a:bodyPr>
          <a:lstStyle/>
          <a:p>
            <a:pPr lvl="0" algn="just">
              <a:spcAft>
                <a:spcPts val="1200"/>
              </a:spcAft>
            </a:pPr>
            <a:r>
              <a:rPr lang="pt-BR" sz="2000" b="1" dirty="0"/>
              <a:t>Você foi contratado, e seu primeiro desafio é criar um </a:t>
            </a:r>
            <a:r>
              <a:rPr lang="pt-BR" sz="2000" b="1" dirty="0" err="1"/>
              <a:t>Dashboard</a:t>
            </a:r>
            <a:r>
              <a:rPr lang="pt-BR" sz="2000" b="1" dirty="0"/>
              <a:t> com indicadores na ferramenta Power BI de um determinado produto. </a:t>
            </a:r>
          </a:p>
          <a:p>
            <a:pPr lvl="0" algn="just">
              <a:spcAft>
                <a:spcPts val="1200"/>
              </a:spcAft>
            </a:pPr>
            <a:r>
              <a:rPr lang="pt-BR" sz="2000" b="1" dirty="0"/>
              <a:t>A fonte de informação já está estruturada, mas é utilizada de forma pouco amigável e em uma planilha de Excel, que por sua vez não utiliza todo o potencial da informação e dificulta a clareza do todo.</a:t>
            </a:r>
          </a:p>
          <a:p>
            <a:pPr lvl="0" algn="just">
              <a:spcAft>
                <a:spcPts val="1200"/>
              </a:spcAft>
            </a:pPr>
            <a:r>
              <a:rPr lang="pt-BR" sz="2000" b="1" dirty="0"/>
              <a:t>Em sua primeira conversa com o Gestor direto ele explica os indicadores e a necessidade que o painel que você vai criar deve atender. </a:t>
            </a:r>
          </a:p>
        </p:txBody>
      </p:sp>
    </p:spTree>
    <p:extLst>
      <p:ext uri="{BB962C8B-B14F-4D97-AF65-F5344CB8AC3E}">
        <p14:creationId xmlns:p14="http://schemas.microsoft.com/office/powerpoint/2010/main" val="2575541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nvPicPr>
        <p:blipFill>
          <a:blip cstate="print"/>
          <a:stretch>
            <a:fillRect/>
          </a:stretch>
        </p:blipFill>
        <p:spPr>
          <a:xfrm>
            <a:off x="1588" y="1588"/>
            <a:ext cx="1588" cy="1588"/>
          </a:xfrm>
          <a:prstGeom prst="rect">
            <a:avLst/>
          </a:prstGeom>
        </p:spPr>
      </p:pic>
      <p:sp>
        <p:nvSpPr>
          <p:cNvPr id="6" name="Rectangle 5" hidden="1"/>
          <p:cNvSpPr/>
          <p:nvPr>
            <p:custDataLst>
              <p:tags r:id="rId1"/>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ct val="90000"/>
              </a:lnSpc>
              <a:spcBef>
                <a:spcPct val="0"/>
              </a:spcBef>
              <a:spcAft>
                <a:spcPct val="0"/>
              </a:spcAft>
            </a:pPr>
            <a:endParaRPr lang="pt-BR" sz="2000" b="1" dirty="0">
              <a:latin typeface="TIM Sans" panose="00000500000000000000" pitchFamily="2" charset="0"/>
              <a:ea typeface="ＭＳ Ｐゴシック" panose="020B0600070205080204" pitchFamily="34" charset="-128"/>
              <a:cs typeface="Arial" panose="020B0604020202020204" pitchFamily="34" charset="0"/>
              <a:sym typeface="TIM Sans" panose="00000500000000000000" pitchFamily="2" charset="0"/>
            </a:endParaRPr>
          </a:p>
        </p:txBody>
      </p:sp>
      <p:sp>
        <p:nvSpPr>
          <p:cNvPr id="3" name="Title 2"/>
          <p:cNvSpPr>
            <a:spLocks noGrp="1"/>
          </p:cNvSpPr>
          <p:nvPr>
            <p:ph type="title"/>
          </p:nvPr>
        </p:nvSpPr>
        <p:spPr/>
        <p:txBody>
          <a:bodyPr/>
          <a:lstStyle/>
          <a:p>
            <a:r>
              <a:rPr lang="pt-BR" dirty="0"/>
              <a:t>Passo 2 – Indicadores</a:t>
            </a:r>
          </a:p>
        </p:txBody>
      </p:sp>
      <p:sp>
        <p:nvSpPr>
          <p:cNvPr id="5" name="Rectangle 4"/>
          <p:cNvSpPr/>
          <p:nvPr/>
        </p:nvSpPr>
        <p:spPr>
          <a:xfrm>
            <a:off x="412752" y="1168897"/>
            <a:ext cx="8731249" cy="5693866"/>
          </a:xfrm>
          <a:prstGeom prst="rect">
            <a:avLst/>
          </a:prstGeom>
          <a:noFill/>
          <a:ln>
            <a:noFill/>
          </a:ln>
        </p:spPr>
        <p:txBody>
          <a:bodyPr wrap="square">
            <a:spAutoFit/>
          </a:bodyPr>
          <a:lstStyle/>
          <a:p>
            <a:pPr lvl="0" algn="just">
              <a:spcAft>
                <a:spcPts val="1200"/>
              </a:spcAft>
            </a:pPr>
            <a:r>
              <a:rPr lang="pt-BR" sz="1400" b="1" dirty="0"/>
              <a:t>Você tem os seguintes indicadores do produto de Banda larga para desenvolver o </a:t>
            </a:r>
            <a:r>
              <a:rPr lang="pt-BR" sz="1400" b="1" dirty="0" err="1"/>
              <a:t>Dashboard</a:t>
            </a:r>
            <a:r>
              <a:rPr lang="pt-BR" sz="1400" b="1" dirty="0"/>
              <a:t>:</a:t>
            </a:r>
          </a:p>
          <a:p>
            <a:pPr marL="914400" lvl="1" indent="-457200" algn="just">
              <a:spcAft>
                <a:spcPts val="1200"/>
              </a:spcAft>
              <a:buFont typeface="+mj-lt"/>
              <a:buAutoNum type="arabicPeriod"/>
            </a:pPr>
            <a:r>
              <a:rPr lang="pt-BR" sz="1400" b="1" u="sng" dirty="0"/>
              <a:t>Venda bruta</a:t>
            </a:r>
            <a:r>
              <a:rPr lang="pt-BR" sz="1400" b="1" dirty="0"/>
              <a:t>: É a quantidade de vendas total do produto</a:t>
            </a:r>
          </a:p>
          <a:p>
            <a:pPr marL="914400" lvl="1" indent="-457200" algn="just">
              <a:spcAft>
                <a:spcPts val="1200"/>
              </a:spcAft>
              <a:buFont typeface="+mj-lt"/>
              <a:buAutoNum type="arabicPeriod"/>
            </a:pPr>
            <a:r>
              <a:rPr lang="pt-BR" sz="1400" b="1" u="sng" dirty="0"/>
              <a:t>Cancelamento</a:t>
            </a:r>
            <a:r>
              <a:rPr lang="pt-BR" sz="1400" b="1" dirty="0"/>
              <a:t>: São as venda foram canceladas</a:t>
            </a:r>
          </a:p>
          <a:p>
            <a:pPr marL="914400" lvl="1" indent="-457200" algn="just">
              <a:spcAft>
                <a:spcPts val="1200"/>
              </a:spcAft>
              <a:buFont typeface="+mj-lt"/>
              <a:buAutoNum type="arabicPeriod"/>
            </a:pPr>
            <a:r>
              <a:rPr lang="pt-BR" sz="1400" b="1" u="sng" dirty="0"/>
              <a:t>Motivos de cancelamento</a:t>
            </a:r>
            <a:r>
              <a:rPr lang="pt-BR" sz="1400" b="1" dirty="0"/>
              <a:t>: É o motivo pelo qual o cancelamento foi realizado</a:t>
            </a:r>
          </a:p>
          <a:p>
            <a:pPr marL="914400" lvl="1" indent="-457200" algn="just">
              <a:spcAft>
                <a:spcPts val="1200"/>
              </a:spcAft>
              <a:buFont typeface="+mj-lt"/>
              <a:buAutoNum type="arabicPeriod"/>
            </a:pPr>
            <a:r>
              <a:rPr lang="pt-BR" sz="1400" b="1" u="sng" dirty="0"/>
              <a:t>Venda Liquida</a:t>
            </a:r>
            <a:r>
              <a:rPr lang="pt-BR" sz="1400" b="1" dirty="0"/>
              <a:t>: Esse é um indicador criado a partir da (</a:t>
            </a:r>
            <a:r>
              <a:rPr lang="pt-BR" sz="1400" b="1" u="sng" dirty="0"/>
              <a:t>Venda Bruta </a:t>
            </a:r>
            <a:r>
              <a:rPr lang="pt-BR" sz="1400" b="1" dirty="0"/>
              <a:t>– </a:t>
            </a:r>
            <a:r>
              <a:rPr lang="pt-BR" sz="1400" b="1" u="sng" dirty="0"/>
              <a:t>Cancelamento)</a:t>
            </a:r>
          </a:p>
          <a:p>
            <a:pPr marL="914400" lvl="1" indent="-457200" algn="just">
              <a:spcAft>
                <a:spcPts val="1200"/>
              </a:spcAft>
              <a:buFont typeface="+mj-lt"/>
              <a:buAutoNum type="arabicPeriod"/>
            </a:pPr>
            <a:r>
              <a:rPr lang="pt-BR" sz="1400" b="1" u="sng" dirty="0"/>
              <a:t>Gross:</a:t>
            </a:r>
            <a:r>
              <a:rPr lang="pt-BR" sz="1400" b="1" dirty="0"/>
              <a:t> É a quantidade total de </a:t>
            </a:r>
            <a:r>
              <a:rPr lang="pt-BR" sz="1400" b="1" u="sng" dirty="0"/>
              <a:t>Venda Liquida</a:t>
            </a:r>
            <a:r>
              <a:rPr lang="pt-BR" sz="1400" b="1" dirty="0"/>
              <a:t> que foi de fato instalada na casa do cliente</a:t>
            </a:r>
          </a:p>
          <a:p>
            <a:pPr marL="914400" lvl="1" indent="-457200" algn="just">
              <a:spcAft>
                <a:spcPts val="1200"/>
              </a:spcAft>
              <a:buFont typeface="+mj-lt"/>
              <a:buAutoNum type="arabicPeriod"/>
            </a:pPr>
            <a:r>
              <a:rPr lang="pt-BR" sz="1400" b="1" u="sng" dirty="0" err="1"/>
              <a:t>Churn</a:t>
            </a:r>
            <a:r>
              <a:rPr lang="pt-BR" sz="1400" b="1" u="sng" dirty="0"/>
              <a:t>:</a:t>
            </a:r>
            <a:r>
              <a:rPr lang="pt-BR" sz="1400" b="1" dirty="0"/>
              <a:t> É a quantidade de desconexões feita após instalação(</a:t>
            </a:r>
            <a:r>
              <a:rPr lang="pt-BR" sz="1400" b="1" u="sng" dirty="0"/>
              <a:t>Gross</a:t>
            </a:r>
            <a:r>
              <a:rPr lang="pt-BR" sz="1400" b="1" dirty="0"/>
              <a:t>) na casa do cliente</a:t>
            </a:r>
          </a:p>
          <a:p>
            <a:pPr marL="914400" lvl="1" indent="-457200" algn="just">
              <a:spcAft>
                <a:spcPts val="1200"/>
              </a:spcAft>
              <a:buFont typeface="+mj-lt"/>
              <a:buAutoNum type="arabicPeriod"/>
            </a:pPr>
            <a:r>
              <a:rPr lang="pt-BR" sz="1400" b="1" u="sng" dirty="0"/>
              <a:t>Motivo do </a:t>
            </a:r>
            <a:r>
              <a:rPr lang="pt-BR" sz="1400" b="1" u="sng" dirty="0" err="1"/>
              <a:t>Churn</a:t>
            </a:r>
            <a:r>
              <a:rPr lang="pt-BR" sz="1400" b="1" dirty="0"/>
              <a:t>: É o motivo que levou a desconexão(</a:t>
            </a:r>
            <a:r>
              <a:rPr lang="pt-BR" sz="1400" b="1" u="sng" dirty="0" err="1"/>
              <a:t>Churn</a:t>
            </a:r>
            <a:r>
              <a:rPr lang="pt-BR" sz="1400" b="1" dirty="0"/>
              <a:t>) do cliente, sendo voluntario por parte do Cliente e involuntário por parte da Empresa (Exemplo de involuntário seria  inadimplência)</a:t>
            </a:r>
          </a:p>
          <a:p>
            <a:pPr marL="914400" lvl="1" indent="-457200" algn="just">
              <a:spcAft>
                <a:spcPts val="1200"/>
              </a:spcAft>
              <a:buFont typeface="+mj-lt"/>
              <a:buAutoNum type="arabicPeriod"/>
            </a:pPr>
            <a:r>
              <a:rPr lang="pt-BR" sz="1400" b="1" dirty="0"/>
              <a:t> </a:t>
            </a:r>
            <a:r>
              <a:rPr lang="pt-BR" sz="1400" b="1" u="sng" dirty="0" err="1"/>
              <a:t>Netadds</a:t>
            </a:r>
            <a:r>
              <a:rPr lang="pt-BR" sz="1400" b="1" dirty="0"/>
              <a:t>: Esse é um indicador criado a partir do (</a:t>
            </a:r>
            <a:r>
              <a:rPr lang="pt-BR" sz="1400" b="1" u="sng" dirty="0"/>
              <a:t>Gross </a:t>
            </a:r>
            <a:r>
              <a:rPr lang="pt-BR" sz="1400" b="1" dirty="0"/>
              <a:t>– </a:t>
            </a:r>
            <a:r>
              <a:rPr lang="pt-BR" sz="1400" b="1" u="sng" dirty="0" err="1"/>
              <a:t>Churn</a:t>
            </a:r>
            <a:r>
              <a:rPr lang="pt-BR" sz="1400" b="1" u="sng" dirty="0"/>
              <a:t>)</a:t>
            </a:r>
            <a:r>
              <a:rPr lang="pt-BR" sz="1400" b="1" dirty="0"/>
              <a:t>, que indica se o volume de aquisições foi positivo ou negativo em relação às desconexões</a:t>
            </a:r>
          </a:p>
          <a:p>
            <a:pPr marL="914400" lvl="1" indent="-457200" algn="just">
              <a:spcAft>
                <a:spcPts val="1200"/>
              </a:spcAft>
              <a:buFont typeface="+mj-lt"/>
              <a:buAutoNum type="arabicPeriod"/>
            </a:pPr>
            <a:r>
              <a:rPr lang="pt-BR" sz="1400" b="1" u="sng" dirty="0"/>
              <a:t>Base EOP</a:t>
            </a:r>
            <a:r>
              <a:rPr lang="pt-BR" sz="1400" b="1" dirty="0"/>
              <a:t>: É o indicador acumulado que mostra o saldo geral no final do mês da base de clientes ativos (EOP = </a:t>
            </a:r>
            <a:r>
              <a:rPr lang="pt-BR" sz="1400" b="1" dirty="0" err="1"/>
              <a:t>End</a:t>
            </a:r>
            <a:r>
              <a:rPr lang="pt-BR" sz="1400" b="1" dirty="0"/>
              <a:t> </a:t>
            </a:r>
            <a:r>
              <a:rPr lang="pt-BR" sz="1400" b="1" dirty="0" err="1"/>
              <a:t>of</a:t>
            </a:r>
            <a:r>
              <a:rPr lang="pt-BR" sz="1400" b="1" dirty="0"/>
              <a:t> </a:t>
            </a:r>
            <a:r>
              <a:rPr lang="pt-BR" sz="1400" b="1" dirty="0" err="1"/>
              <a:t>period</a:t>
            </a:r>
            <a:r>
              <a:rPr lang="pt-BR" sz="1400" b="1" dirty="0"/>
              <a:t>)</a:t>
            </a:r>
            <a:endParaRPr lang="pt-BR" sz="1400" b="1" u="sng" dirty="0"/>
          </a:p>
          <a:p>
            <a:pPr marL="914400" lvl="1" indent="-457200" algn="just">
              <a:spcAft>
                <a:spcPts val="1200"/>
              </a:spcAft>
              <a:buFont typeface="+mj-lt"/>
              <a:buAutoNum type="arabicPeriod"/>
            </a:pPr>
            <a:endParaRPr lang="pt-BR" sz="1400" b="1" u="sng" dirty="0"/>
          </a:p>
          <a:p>
            <a:pPr marL="914400" lvl="1" indent="-457200" algn="just">
              <a:spcAft>
                <a:spcPts val="1200"/>
              </a:spcAft>
              <a:buFont typeface="+mj-lt"/>
              <a:buAutoNum type="arabicPeriod"/>
            </a:pPr>
            <a:endParaRPr lang="pt-BR" sz="1400" b="1" u="sng" dirty="0"/>
          </a:p>
          <a:p>
            <a:pPr marL="457200" lvl="0" indent="-457200" algn="just">
              <a:spcAft>
                <a:spcPts val="1200"/>
              </a:spcAft>
              <a:buFont typeface="+mj-lt"/>
              <a:buAutoNum type="arabicPeriod"/>
            </a:pPr>
            <a:endParaRPr lang="pt-BR" sz="2000" b="1" u="sng" dirty="0"/>
          </a:p>
        </p:txBody>
      </p:sp>
      <p:graphicFrame>
        <p:nvGraphicFramePr>
          <p:cNvPr id="2" name="Table 1"/>
          <p:cNvGraphicFramePr>
            <a:graphicFrameLocks noGrp="1"/>
          </p:cNvGraphicFramePr>
          <p:nvPr>
            <p:extLst>
              <p:ext uri="{D42A27DB-BD31-4B8C-83A1-F6EECF244321}">
                <p14:modId xmlns:p14="http://schemas.microsoft.com/office/powerpoint/2010/main" val="859923182"/>
              </p:ext>
            </p:extLst>
          </p:nvPr>
        </p:nvGraphicFramePr>
        <p:xfrm>
          <a:off x="10305144" y="715973"/>
          <a:ext cx="1654628" cy="5525172"/>
        </p:xfrm>
        <a:graphic>
          <a:graphicData uri="http://schemas.openxmlformats.org/drawingml/2006/table">
            <a:tbl>
              <a:tblPr/>
              <a:tblGrid>
                <a:gridCol w="1654628">
                  <a:extLst>
                    <a:ext uri="{9D8B030D-6E8A-4147-A177-3AD203B41FA5}">
                      <a16:colId xmlns:a16="http://schemas.microsoft.com/office/drawing/2014/main" val="1360732584"/>
                    </a:ext>
                  </a:extLst>
                </a:gridCol>
              </a:tblGrid>
              <a:tr h="306954">
                <a:tc>
                  <a:txBody>
                    <a:bodyPr/>
                    <a:lstStyle/>
                    <a:p>
                      <a:pPr algn="l" fontAlgn="b"/>
                      <a:r>
                        <a:rPr lang="pt-BR" sz="1100" b="1" i="0" u="none" strike="noStrike">
                          <a:solidFill>
                            <a:srgbClr val="000000"/>
                          </a:solidFill>
                          <a:effectLst/>
                          <a:latin typeface="Calibri" panose="020F0502020204030204" pitchFamily="34" charset="0"/>
                        </a:rPr>
                        <a:t>Sum of valor</a:t>
                      </a:r>
                    </a:p>
                  </a:txBody>
                  <a:tcPr marL="9525" marR="9525" marT="9525" marB="0" anchor="b">
                    <a:lnL>
                      <a:noFill/>
                    </a:lnL>
                    <a:lnR>
                      <a:noFill/>
                    </a:lnR>
                    <a:lnT>
                      <a:noFill/>
                    </a:lnT>
                    <a:lnB>
                      <a:noFill/>
                    </a:lnB>
                    <a:solidFill>
                      <a:srgbClr val="DDEBF7"/>
                    </a:solidFill>
                  </a:tcPr>
                </a:tc>
                <a:extLst>
                  <a:ext uri="{0D108BD9-81ED-4DB2-BD59-A6C34878D82A}">
                    <a16:rowId xmlns:a16="http://schemas.microsoft.com/office/drawing/2014/main" val="281710429"/>
                  </a:ext>
                </a:extLst>
              </a:tr>
              <a:tr h="306954">
                <a:tc>
                  <a:txBody>
                    <a:bodyPr/>
                    <a:lstStyle/>
                    <a:p>
                      <a:pPr algn="l" fontAlgn="b"/>
                      <a:r>
                        <a:rPr lang="pt-BR" sz="1100" b="1" i="0" u="none" strike="noStrike">
                          <a:solidFill>
                            <a:srgbClr val="000000"/>
                          </a:solidFill>
                          <a:effectLst/>
                          <a:latin typeface="Calibri" panose="020F0502020204030204" pitchFamily="34" charset="0"/>
                        </a:rPr>
                        <a:t>Row Labels</a:t>
                      </a:r>
                    </a:p>
                  </a:txBody>
                  <a:tcPr marL="9525" marR="9525" marT="9525" marB="0" anchor="b">
                    <a:lnL>
                      <a:noFill/>
                    </a:lnL>
                    <a:lnR>
                      <a:noFill/>
                    </a:lnR>
                    <a:lnT>
                      <a:noFill/>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227171576"/>
                  </a:ext>
                </a:extLst>
              </a:tr>
              <a:tr h="306954">
                <a:tc>
                  <a:txBody>
                    <a:bodyPr/>
                    <a:lstStyle/>
                    <a:p>
                      <a:pPr algn="l" fontAlgn="b"/>
                      <a:r>
                        <a:rPr lang="pt-BR" sz="1100" b="1" i="0" u="none" strike="noStrike" dirty="0">
                          <a:solidFill>
                            <a:srgbClr val="000000"/>
                          </a:solidFill>
                          <a:effectLst/>
                          <a:latin typeface="Calibri" panose="020F0502020204030204" pitchFamily="34" charset="0"/>
                        </a:rPr>
                        <a:t>PRODUTOS FIXOS</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839027904"/>
                  </a:ext>
                </a:extLst>
              </a:tr>
              <a:tr h="306954">
                <a:tc>
                  <a:txBody>
                    <a:bodyPr/>
                    <a:lstStyle/>
                    <a:p>
                      <a:pPr algn="l" fontAlgn="b"/>
                      <a:r>
                        <a:rPr lang="pt-BR" sz="1100" b="1" i="0" u="none" strike="noStrike" dirty="0">
                          <a:solidFill>
                            <a:srgbClr val="000000"/>
                          </a:solidFill>
                          <a:effectLst/>
                          <a:latin typeface="Calibri" panose="020F0502020204030204" pitchFamily="34" charset="0"/>
                        </a:rPr>
                        <a:t>VENDA BRUTA</a:t>
                      </a:r>
                    </a:p>
                  </a:txBody>
                  <a:tcPr marL="85725" marR="9525" marT="9525" marB="0" anchor="b">
                    <a:lnL>
                      <a:noFill/>
                    </a:lnL>
                    <a:lnR>
                      <a:noFill/>
                    </a:lnR>
                    <a:lnT w="6350" cap="flat" cmpd="sng" algn="ctr">
                      <a:solidFill>
                        <a:srgbClr val="9BC2E6"/>
                      </a:solidFill>
                      <a:prstDash val="solid"/>
                      <a:round/>
                      <a:headEnd type="none" w="med" len="med"/>
                      <a:tailEnd type="none" w="med" len="med"/>
                    </a:lnT>
                    <a:lnB>
                      <a:noFill/>
                    </a:lnB>
                  </a:tcPr>
                </a:tc>
                <a:extLst>
                  <a:ext uri="{0D108BD9-81ED-4DB2-BD59-A6C34878D82A}">
                    <a16:rowId xmlns:a16="http://schemas.microsoft.com/office/drawing/2014/main" val="3127495083"/>
                  </a:ext>
                </a:extLst>
              </a:tr>
              <a:tr h="306954">
                <a:tc>
                  <a:txBody>
                    <a:bodyPr/>
                    <a:lstStyle/>
                    <a:p>
                      <a:pPr algn="l" fontAlgn="b"/>
                      <a:r>
                        <a:rPr lang="pt-BR" sz="1100" b="1" i="0" u="none" strike="noStrike" dirty="0">
                          <a:solidFill>
                            <a:srgbClr val="000000"/>
                          </a:solidFill>
                          <a:effectLst/>
                          <a:latin typeface="Calibri" panose="020F0502020204030204" pitchFamily="34" charset="0"/>
                        </a:rPr>
                        <a:t>CANC POS VENDA</a:t>
                      </a:r>
                    </a:p>
                  </a:txBody>
                  <a:tcPr marL="85725" marR="9525" marT="9525" marB="0" anchor="b">
                    <a:lnL>
                      <a:noFill/>
                    </a:lnL>
                    <a:lnR>
                      <a:noFill/>
                    </a:lnR>
                    <a:lnT>
                      <a:noFill/>
                    </a:lnT>
                    <a:lnB>
                      <a:noFill/>
                    </a:lnB>
                  </a:tcPr>
                </a:tc>
                <a:extLst>
                  <a:ext uri="{0D108BD9-81ED-4DB2-BD59-A6C34878D82A}">
                    <a16:rowId xmlns:a16="http://schemas.microsoft.com/office/drawing/2014/main" val="4242999408"/>
                  </a:ext>
                </a:extLst>
              </a:tr>
              <a:tr h="306954">
                <a:tc>
                  <a:txBody>
                    <a:bodyPr/>
                    <a:lstStyle/>
                    <a:p>
                      <a:pPr algn="l" fontAlgn="b"/>
                      <a:r>
                        <a:rPr lang="pt-BR" sz="1100" b="0" i="0" u="none" strike="noStrike">
                          <a:solidFill>
                            <a:srgbClr val="000000"/>
                          </a:solidFill>
                          <a:effectLst/>
                          <a:latin typeface="Calibri" panose="020F0502020204030204" pitchFamily="34" charset="0"/>
                        </a:rPr>
                        <a:t>CLIENTE</a:t>
                      </a:r>
                    </a:p>
                  </a:txBody>
                  <a:tcPr marL="171450" marR="9525" marT="9525" marB="0" anchor="b">
                    <a:lnL>
                      <a:noFill/>
                    </a:lnL>
                    <a:lnR>
                      <a:noFill/>
                    </a:lnR>
                    <a:lnT>
                      <a:noFill/>
                    </a:lnT>
                    <a:lnB>
                      <a:noFill/>
                    </a:lnB>
                  </a:tcPr>
                </a:tc>
                <a:extLst>
                  <a:ext uri="{0D108BD9-81ED-4DB2-BD59-A6C34878D82A}">
                    <a16:rowId xmlns:a16="http://schemas.microsoft.com/office/drawing/2014/main" val="1513265002"/>
                  </a:ext>
                </a:extLst>
              </a:tr>
              <a:tr h="306954">
                <a:tc>
                  <a:txBody>
                    <a:bodyPr/>
                    <a:lstStyle/>
                    <a:p>
                      <a:pPr algn="l" fontAlgn="b"/>
                      <a:r>
                        <a:rPr lang="pt-BR" sz="1100" b="0" i="0" u="none" strike="noStrike" dirty="0">
                          <a:solidFill>
                            <a:srgbClr val="000000"/>
                          </a:solidFill>
                          <a:effectLst/>
                          <a:latin typeface="Calibri" panose="020F0502020204030204" pitchFamily="34" charset="0"/>
                        </a:rPr>
                        <a:t>COMERCIAL</a:t>
                      </a:r>
                    </a:p>
                  </a:txBody>
                  <a:tcPr marL="171450" marR="9525" marT="9525" marB="0" anchor="b">
                    <a:lnL>
                      <a:noFill/>
                    </a:lnL>
                    <a:lnR>
                      <a:noFill/>
                    </a:lnR>
                    <a:lnT>
                      <a:noFill/>
                    </a:lnT>
                    <a:lnB>
                      <a:noFill/>
                    </a:lnB>
                  </a:tcPr>
                </a:tc>
                <a:extLst>
                  <a:ext uri="{0D108BD9-81ED-4DB2-BD59-A6C34878D82A}">
                    <a16:rowId xmlns:a16="http://schemas.microsoft.com/office/drawing/2014/main" val="1487081635"/>
                  </a:ext>
                </a:extLst>
              </a:tr>
              <a:tr h="306954">
                <a:tc>
                  <a:txBody>
                    <a:bodyPr/>
                    <a:lstStyle/>
                    <a:p>
                      <a:pPr algn="l" fontAlgn="b"/>
                      <a:r>
                        <a:rPr lang="pt-BR" sz="1100" b="0" i="0" u="none" strike="noStrike">
                          <a:solidFill>
                            <a:srgbClr val="000000"/>
                          </a:solidFill>
                          <a:effectLst/>
                          <a:latin typeface="Calibri" panose="020F0502020204030204" pitchFamily="34" charset="0"/>
                        </a:rPr>
                        <a:t>SISTEMA</a:t>
                      </a:r>
                    </a:p>
                  </a:txBody>
                  <a:tcPr marL="171450" marR="9525" marT="9525" marB="0" anchor="b">
                    <a:lnL>
                      <a:noFill/>
                    </a:lnL>
                    <a:lnR>
                      <a:noFill/>
                    </a:lnR>
                    <a:lnT>
                      <a:noFill/>
                    </a:lnT>
                    <a:lnB>
                      <a:noFill/>
                    </a:lnB>
                  </a:tcPr>
                </a:tc>
                <a:extLst>
                  <a:ext uri="{0D108BD9-81ED-4DB2-BD59-A6C34878D82A}">
                    <a16:rowId xmlns:a16="http://schemas.microsoft.com/office/drawing/2014/main" val="3918193745"/>
                  </a:ext>
                </a:extLst>
              </a:tr>
              <a:tr h="306954">
                <a:tc>
                  <a:txBody>
                    <a:bodyPr/>
                    <a:lstStyle/>
                    <a:p>
                      <a:pPr algn="l" fontAlgn="b"/>
                      <a:r>
                        <a:rPr lang="pt-BR" sz="1100" b="0" i="0" u="none" strike="noStrike">
                          <a:solidFill>
                            <a:srgbClr val="000000"/>
                          </a:solidFill>
                          <a:effectLst/>
                          <a:latin typeface="Calibri" panose="020F0502020204030204" pitchFamily="34" charset="0"/>
                        </a:rPr>
                        <a:t>TÉCNICO</a:t>
                      </a:r>
                    </a:p>
                  </a:txBody>
                  <a:tcPr marL="171450" marR="9525" marT="9525" marB="0" anchor="b">
                    <a:lnL>
                      <a:noFill/>
                    </a:lnL>
                    <a:lnR>
                      <a:noFill/>
                    </a:lnR>
                    <a:lnT>
                      <a:noFill/>
                    </a:lnT>
                    <a:lnB>
                      <a:noFill/>
                    </a:lnB>
                  </a:tcPr>
                </a:tc>
                <a:extLst>
                  <a:ext uri="{0D108BD9-81ED-4DB2-BD59-A6C34878D82A}">
                    <a16:rowId xmlns:a16="http://schemas.microsoft.com/office/drawing/2014/main" val="2721243223"/>
                  </a:ext>
                </a:extLst>
              </a:tr>
              <a:tr h="306954">
                <a:tc>
                  <a:txBody>
                    <a:bodyPr/>
                    <a:lstStyle/>
                    <a:p>
                      <a:pPr algn="l" fontAlgn="b"/>
                      <a:r>
                        <a:rPr lang="pt-BR" sz="1100" b="0" i="0" u="none" strike="noStrike">
                          <a:solidFill>
                            <a:srgbClr val="000000"/>
                          </a:solidFill>
                          <a:effectLst/>
                          <a:latin typeface="Calibri" panose="020F0502020204030204" pitchFamily="34" charset="0"/>
                        </a:rPr>
                        <a:t>TÉCNICO/COMERCIAL</a:t>
                      </a:r>
                    </a:p>
                  </a:txBody>
                  <a:tcPr marL="171450" marR="9525" marT="9525" marB="0" anchor="b">
                    <a:lnL>
                      <a:noFill/>
                    </a:lnL>
                    <a:lnR>
                      <a:noFill/>
                    </a:lnR>
                    <a:lnT>
                      <a:noFill/>
                    </a:lnT>
                    <a:lnB>
                      <a:noFill/>
                    </a:lnB>
                  </a:tcPr>
                </a:tc>
                <a:extLst>
                  <a:ext uri="{0D108BD9-81ED-4DB2-BD59-A6C34878D82A}">
                    <a16:rowId xmlns:a16="http://schemas.microsoft.com/office/drawing/2014/main" val="3285868081"/>
                  </a:ext>
                </a:extLst>
              </a:tr>
              <a:tr h="306954">
                <a:tc>
                  <a:txBody>
                    <a:bodyPr/>
                    <a:lstStyle/>
                    <a:p>
                      <a:pPr algn="l" fontAlgn="b"/>
                      <a:r>
                        <a:rPr lang="pt-BR" sz="1100" b="0" i="0" u="none" strike="noStrike">
                          <a:solidFill>
                            <a:srgbClr val="000000"/>
                          </a:solidFill>
                          <a:effectLst/>
                          <a:latin typeface="Calibri" panose="020F0502020204030204" pitchFamily="34" charset="0"/>
                        </a:rPr>
                        <a:t>NÃO CLASSIFICADO</a:t>
                      </a:r>
                    </a:p>
                  </a:txBody>
                  <a:tcPr marL="171450" marR="9525" marT="9525" marB="0" anchor="b">
                    <a:lnL>
                      <a:noFill/>
                    </a:lnL>
                    <a:lnR>
                      <a:noFill/>
                    </a:lnR>
                    <a:lnT>
                      <a:noFill/>
                    </a:lnT>
                    <a:lnB>
                      <a:noFill/>
                    </a:lnB>
                  </a:tcPr>
                </a:tc>
                <a:extLst>
                  <a:ext uri="{0D108BD9-81ED-4DB2-BD59-A6C34878D82A}">
                    <a16:rowId xmlns:a16="http://schemas.microsoft.com/office/drawing/2014/main" val="1771782176"/>
                  </a:ext>
                </a:extLst>
              </a:tr>
              <a:tr h="306954">
                <a:tc>
                  <a:txBody>
                    <a:bodyPr/>
                    <a:lstStyle/>
                    <a:p>
                      <a:pPr algn="l" fontAlgn="b"/>
                      <a:r>
                        <a:rPr lang="pt-BR" sz="1100" b="1" i="0" u="none" strike="noStrike">
                          <a:solidFill>
                            <a:srgbClr val="000000"/>
                          </a:solidFill>
                          <a:effectLst/>
                          <a:latin typeface="Calibri" panose="020F0502020204030204" pitchFamily="34" charset="0"/>
                        </a:rPr>
                        <a:t>VENDA LIQUIDA</a:t>
                      </a:r>
                    </a:p>
                  </a:txBody>
                  <a:tcPr marL="85725" marR="9525" marT="9525" marB="0" anchor="b">
                    <a:lnL>
                      <a:noFill/>
                    </a:lnL>
                    <a:lnR>
                      <a:noFill/>
                    </a:lnR>
                    <a:lnT>
                      <a:noFill/>
                    </a:lnT>
                    <a:lnB>
                      <a:noFill/>
                    </a:lnB>
                  </a:tcPr>
                </a:tc>
                <a:extLst>
                  <a:ext uri="{0D108BD9-81ED-4DB2-BD59-A6C34878D82A}">
                    <a16:rowId xmlns:a16="http://schemas.microsoft.com/office/drawing/2014/main" val="2638922571"/>
                  </a:ext>
                </a:extLst>
              </a:tr>
              <a:tr h="306954">
                <a:tc>
                  <a:txBody>
                    <a:bodyPr/>
                    <a:lstStyle/>
                    <a:p>
                      <a:pPr algn="l" fontAlgn="b"/>
                      <a:r>
                        <a:rPr lang="pt-BR" sz="1100" b="1" i="0" u="none" strike="noStrike">
                          <a:solidFill>
                            <a:srgbClr val="000000"/>
                          </a:solidFill>
                          <a:effectLst/>
                          <a:latin typeface="Calibri" panose="020F0502020204030204" pitchFamily="34" charset="0"/>
                        </a:rPr>
                        <a:t>GROSS</a:t>
                      </a:r>
                    </a:p>
                  </a:txBody>
                  <a:tcPr marL="85725" marR="9525" marT="9525" marB="0" anchor="b">
                    <a:lnL>
                      <a:noFill/>
                    </a:lnL>
                    <a:lnR>
                      <a:noFill/>
                    </a:lnR>
                    <a:lnT>
                      <a:noFill/>
                    </a:lnT>
                    <a:lnB>
                      <a:noFill/>
                    </a:lnB>
                  </a:tcPr>
                </a:tc>
                <a:extLst>
                  <a:ext uri="{0D108BD9-81ED-4DB2-BD59-A6C34878D82A}">
                    <a16:rowId xmlns:a16="http://schemas.microsoft.com/office/drawing/2014/main" val="246489145"/>
                  </a:ext>
                </a:extLst>
              </a:tr>
              <a:tr h="306954">
                <a:tc>
                  <a:txBody>
                    <a:bodyPr/>
                    <a:lstStyle/>
                    <a:p>
                      <a:pPr algn="l" fontAlgn="b"/>
                      <a:r>
                        <a:rPr lang="pt-BR" sz="1100" b="1" i="0" u="none" strike="noStrike" dirty="0">
                          <a:solidFill>
                            <a:srgbClr val="000000"/>
                          </a:solidFill>
                          <a:effectLst/>
                          <a:latin typeface="Calibri" panose="020F0502020204030204" pitchFamily="34" charset="0"/>
                        </a:rPr>
                        <a:t>CHURN</a:t>
                      </a:r>
                    </a:p>
                  </a:txBody>
                  <a:tcPr marL="85725" marR="9525" marT="9525" marB="0" anchor="b">
                    <a:lnL>
                      <a:noFill/>
                    </a:lnL>
                    <a:lnR>
                      <a:noFill/>
                    </a:lnR>
                    <a:lnT>
                      <a:noFill/>
                    </a:lnT>
                    <a:lnB>
                      <a:noFill/>
                    </a:lnB>
                  </a:tcPr>
                </a:tc>
                <a:extLst>
                  <a:ext uri="{0D108BD9-81ED-4DB2-BD59-A6C34878D82A}">
                    <a16:rowId xmlns:a16="http://schemas.microsoft.com/office/drawing/2014/main" val="961353995"/>
                  </a:ext>
                </a:extLst>
              </a:tr>
              <a:tr h="306954">
                <a:tc>
                  <a:txBody>
                    <a:bodyPr/>
                    <a:lstStyle/>
                    <a:p>
                      <a:pPr algn="l" fontAlgn="b"/>
                      <a:r>
                        <a:rPr lang="pt-BR" sz="1100" b="0" i="0" u="none" strike="noStrike">
                          <a:solidFill>
                            <a:srgbClr val="000000"/>
                          </a:solidFill>
                          <a:effectLst/>
                          <a:latin typeface="Calibri" panose="020F0502020204030204" pitchFamily="34" charset="0"/>
                        </a:rPr>
                        <a:t>INVOLUNTÁRIO</a:t>
                      </a:r>
                    </a:p>
                  </a:txBody>
                  <a:tcPr marL="171450" marR="9525" marT="9525" marB="0" anchor="b">
                    <a:lnL>
                      <a:noFill/>
                    </a:lnL>
                    <a:lnR>
                      <a:noFill/>
                    </a:lnR>
                    <a:lnT>
                      <a:noFill/>
                    </a:lnT>
                    <a:lnB>
                      <a:noFill/>
                    </a:lnB>
                  </a:tcPr>
                </a:tc>
                <a:extLst>
                  <a:ext uri="{0D108BD9-81ED-4DB2-BD59-A6C34878D82A}">
                    <a16:rowId xmlns:a16="http://schemas.microsoft.com/office/drawing/2014/main" val="594845199"/>
                  </a:ext>
                </a:extLst>
              </a:tr>
              <a:tr h="306954">
                <a:tc>
                  <a:txBody>
                    <a:bodyPr/>
                    <a:lstStyle/>
                    <a:p>
                      <a:pPr algn="l" fontAlgn="b"/>
                      <a:r>
                        <a:rPr lang="pt-BR" sz="1100" b="0" i="0" u="none" strike="noStrike">
                          <a:solidFill>
                            <a:srgbClr val="000000"/>
                          </a:solidFill>
                          <a:effectLst/>
                          <a:latin typeface="Calibri" panose="020F0502020204030204" pitchFamily="34" charset="0"/>
                        </a:rPr>
                        <a:t>VOLUNTÁRIO</a:t>
                      </a:r>
                    </a:p>
                  </a:txBody>
                  <a:tcPr marL="171450" marR="9525" marT="9525" marB="0" anchor="b">
                    <a:lnL>
                      <a:noFill/>
                    </a:lnL>
                    <a:lnR>
                      <a:noFill/>
                    </a:lnR>
                    <a:lnT>
                      <a:noFill/>
                    </a:lnT>
                    <a:lnB>
                      <a:noFill/>
                    </a:lnB>
                  </a:tcPr>
                </a:tc>
                <a:extLst>
                  <a:ext uri="{0D108BD9-81ED-4DB2-BD59-A6C34878D82A}">
                    <a16:rowId xmlns:a16="http://schemas.microsoft.com/office/drawing/2014/main" val="2681074370"/>
                  </a:ext>
                </a:extLst>
              </a:tr>
              <a:tr h="306954">
                <a:tc>
                  <a:txBody>
                    <a:bodyPr/>
                    <a:lstStyle/>
                    <a:p>
                      <a:pPr algn="l" fontAlgn="b"/>
                      <a:r>
                        <a:rPr lang="pt-BR" sz="1100" b="1" i="0" u="none" strike="noStrike">
                          <a:solidFill>
                            <a:srgbClr val="000000"/>
                          </a:solidFill>
                          <a:effectLst/>
                          <a:latin typeface="Calibri" panose="020F0502020204030204" pitchFamily="34" charset="0"/>
                        </a:rPr>
                        <a:t>NETADDS</a:t>
                      </a:r>
                    </a:p>
                  </a:txBody>
                  <a:tcPr marL="85725" marR="9525" marT="9525" marB="0" anchor="b">
                    <a:lnL>
                      <a:noFill/>
                    </a:lnL>
                    <a:lnR>
                      <a:noFill/>
                    </a:lnR>
                    <a:lnT>
                      <a:noFill/>
                    </a:lnT>
                    <a:lnB>
                      <a:noFill/>
                    </a:lnB>
                  </a:tcPr>
                </a:tc>
                <a:extLst>
                  <a:ext uri="{0D108BD9-81ED-4DB2-BD59-A6C34878D82A}">
                    <a16:rowId xmlns:a16="http://schemas.microsoft.com/office/drawing/2014/main" val="2302057534"/>
                  </a:ext>
                </a:extLst>
              </a:tr>
              <a:tr h="306954">
                <a:tc>
                  <a:txBody>
                    <a:bodyPr/>
                    <a:lstStyle/>
                    <a:p>
                      <a:pPr algn="l" fontAlgn="b"/>
                      <a:r>
                        <a:rPr lang="pt-BR" sz="1100" b="1" i="0" u="none" strike="noStrike" dirty="0">
                          <a:solidFill>
                            <a:srgbClr val="000000"/>
                          </a:solidFill>
                          <a:effectLst/>
                          <a:latin typeface="Calibri" panose="020F0502020204030204" pitchFamily="34" charset="0"/>
                        </a:rPr>
                        <a:t>BASE EOP</a:t>
                      </a:r>
                    </a:p>
                  </a:txBody>
                  <a:tcPr marL="85725" marR="9525" marT="9525" marB="0" anchor="b">
                    <a:lnL>
                      <a:noFill/>
                    </a:lnL>
                    <a:lnR>
                      <a:noFill/>
                    </a:lnR>
                    <a:lnT>
                      <a:noFill/>
                    </a:lnT>
                    <a:lnB>
                      <a:noFill/>
                    </a:lnB>
                  </a:tcPr>
                </a:tc>
                <a:extLst>
                  <a:ext uri="{0D108BD9-81ED-4DB2-BD59-A6C34878D82A}">
                    <a16:rowId xmlns:a16="http://schemas.microsoft.com/office/drawing/2014/main" val="1791532152"/>
                  </a:ext>
                </a:extLst>
              </a:tr>
            </a:tbl>
          </a:graphicData>
        </a:graphic>
      </p:graphicFrame>
      <p:sp>
        <p:nvSpPr>
          <p:cNvPr id="4" name="Left Brace 3"/>
          <p:cNvSpPr/>
          <p:nvPr/>
        </p:nvSpPr>
        <p:spPr>
          <a:xfrm>
            <a:off x="9971314" y="2322286"/>
            <a:ext cx="522514" cy="1814285"/>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9" name="Left Brace 8"/>
          <p:cNvSpPr/>
          <p:nvPr/>
        </p:nvSpPr>
        <p:spPr>
          <a:xfrm>
            <a:off x="10029373" y="5113285"/>
            <a:ext cx="522514" cy="532771"/>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2" name="Octagon 11"/>
          <p:cNvSpPr/>
          <p:nvPr/>
        </p:nvSpPr>
        <p:spPr>
          <a:xfrm>
            <a:off x="10041841" y="1746844"/>
            <a:ext cx="188686" cy="174171"/>
          </a:xfrm>
          <a:prstGeom prst="octagon">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pt-BR" sz="1000" b="1" dirty="0">
                <a:solidFill>
                  <a:schemeClr val="tx1"/>
                </a:solidFill>
              </a:rPr>
              <a:t>1</a:t>
            </a:r>
          </a:p>
        </p:txBody>
      </p:sp>
      <p:sp>
        <p:nvSpPr>
          <p:cNvPr id="13" name="Octagon 12"/>
          <p:cNvSpPr/>
          <p:nvPr/>
        </p:nvSpPr>
        <p:spPr>
          <a:xfrm>
            <a:off x="10041841" y="2041384"/>
            <a:ext cx="188686" cy="174171"/>
          </a:xfrm>
          <a:prstGeom prst="octagon">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pt-BR" sz="1000" b="1" dirty="0">
                <a:solidFill>
                  <a:schemeClr val="tx1"/>
                </a:solidFill>
              </a:rPr>
              <a:t>2</a:t>
            </a:r>
          </a:p>
        </p:txBody>
      </p:sp>
      <p:sp>
        <p:nvSpPr>
          <p:cNvPr id="14" name="Octagon 13"/>
          <p:cNvSpPr/>
          <p:nvPr/>
        </p:nvSpPr>
        <p:spPr>
          <a:xfrm>
            <a:off x="9769021" y="3137102"/>
            <a:ext cx="188686" cy="174171"/>
          </a:xfrm>
          <a:prstGeom prst="octagon">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pt-BR" sz="1000" b="1" dirty="0">
                <a:solidFill>
                  <a:schemeClr val="tx1"/>
                </a:solidFill>
              </a:rPr>
              <a:t>3</a:t>
            </a:r>
          </a:p>
        </p:txBody>
      </p:sp>
      <p:sp>
        <p:nvSpPr>
          <p:cNvPr id="15" name="Octagon 14"/>
          <p:cNvSpPr/>
          <p:nvPr/>
        </p:nvSpPr>
        <p:spPr>
          <a:xfrm>
            <a:off x="10047280" y="4236940"/>
            <a:ext cx="188686" cy="174171"/>
          </a:xfrm>
          <a:prstGeom prst="octagon">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pt-BR" sz="1000" b="1" dirty="0">
                <a:solidFill>
                  <a:schemeClr val="tx1"/>
                </a:solidFill>
              </a:rPr>
              <a:t>4</a:t>
            </a:r>
          </a:p>
        </p:txBody>
      </p:sp>
      <p:sp>
        <p:nvSpPr>
          <p:cNvPr id="16" name="Octagon 15"/>
          <p:cNvSpPr/>
          <p:nvPr/>
        </p:nvSpPr>
        <p:spPr>
          <a:xfrm>
            <a:off x="10049896" y="4537842"/>
            <a:ext cx="188686" cy="174171"/>
          </a:xfrm>
          <a:prstGeom prst="octagon">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pt-BR" sz="1000" b="1" dirty="0">
                <a:solidFill>
                  <a:schemeClr val="tx1"/>
                </a:solidFill>
              </a:rPr>
              <a:t>5</a:t>
            </a:r>
          </a:p>
        </p:txBody>
      </p:sp>
      <p:sp>
        <p:nvSpPr>
          <p:cNvPr id="17" name="Octagon 16"/>
          <p:cNvSpPr/>
          <p:nvPr/>
        </p:nvSpPr>
        <p:spPr>
          <a:xfrm>
            <a:off x="10041841" y="4838744"/>
            <a:ext cx="188686" cy="174171"/>
          </a:xfrm>
          <a:prstGeom prst="octagon">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pt-BR" sz="1000" b="1" dirty="0">
                <a:solidFill>
                  <a:schemeClr val="tx1"/>
                </a:solidFill>
              </a:rPr>
              <a:t>6</a:t>
            </a:r>
          </a:p>
        </p:txBody>
      </p:sp>
      <p:sp>
        <p:nvSpPr>
          <p:cNvPr id="18" name="Octagon 17"/>
          <p:cNvSpPr/>
          <p:nvPr/>
        </p:nvSpPr>
        <p:spPr>
          <a:xfrm>
            <a:off x="9673771" y="5292584"/>
            <a:ext cx="188686" cy="174171"/>
          </a:xfrm>
          <a:prstGeom prst="octagon">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pt-BR" sz="1000" b="1" dirty="0">
                <a:solidFill>
                  <a:schemeClr val="tx1"/>
                </a:solidFill>
              </a:rPr>
              <a:t>7</a:t>
            </a:r>
          </a:p>
        </p:txBody>
      </p:sp>
      <p:sp>
        <p:nvSpPr>
          <p:cNvPr id="19" name="Octagon 18"/>
          <p:cNvSpPr/>
          <p:nvPr/>
        </p:nvSpPr>
        <p:spPr>
          <a:xfrm>
            <a:off x="10041841" y="5769429"/>
            <a:ext cx="188686" cy="174171"/>
          </a:xfrm>
          <a:prstGeom prst="octagon">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pt-BR" sz="1000" b="1" dirty="0">
                <a:solidFill>
                  <a:schemeClr val="tx1"/>
                </a:solidFill>
              </a:rPr>
              <a:t>8</a:t>
            </a:r>
          </a:p>
        </p:txBody>
      </p:sp>
      <p:sp>
        <p:nvSpPr>
          <p:cNvPr id="20" name="Octagon 19"/>
          <p:cNvSpPr/>
          <p:nvPr/>
        </p:nvSpPr>
        <p:spPr>
          <a:xfrm>
            <a:off x="10045400" y="6066973"/>
            <a:ext cx="188686" cy="174171"/>
          </a:xfrm>
          <a:prstGeom prst="octagon">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pt-BR" sz="1000" b="1" dirty="0">
                <a:solidFill>
                  <a:schemeClr val="tx1"/>
                </a:solidFill>
              </a:rPr>
              <a:t>9</a:t>
            </a:r>
          </a:p>
        </p:txBody>
      </p:sp>
      <p:sp>
        <p:nvSpPr>
          <p:cNvPr id="22" name="Rectangular Callout 21"/>
          <p:cNvSpPr/>
          <p:nvPr/>
        </p:nvSpPr>
        <p:spPr>
          <a:xfrm>
            <a:off x="8331252" y="412688"/>
            <a:ext cx="1804932" cy="529742"/>
          </a:xfrm>
          <a:prstGeom prst="wedgeRectCallout">
            <a:avLst>
              <a:gd name="adj1" fmla="val 65713"/>
              <a:gd name="adj2" fmla="val 81732"/>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pt-BR" sz="1200" dirty="0">
                <a:solidFill>
                  <a:schemeClr val="bg1"/>
                </a:solidFill>
              </a:rPr>
              <a:t>Essa é a referência do Excel</a:t>
            </a:r>
          </a:p>
        </p:txBody>
      </p:sp>
    </p:spTree>
    <p:extLst>
      <p:ext uri="{BB962C8B-B14F-4D97-AF65-F5344CB8AC3E}">
        <p14:creationId xmlns:p14="http://schemas.microsoft.com/office/powerpoint/2010/main" val="2267297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nvPicPr>
        <p:blipFill>
          <a:blip cstate="print"/>
          <a:stretch>
            <a:fillRect/>
          </a:stretch>
        </p:blipFill>
        <p:spPr>
          <a:xfrm>
            <a:off x="1588" y="1588"/>
            <a:ext cx="1588" cy="1588"/>
          </a:xfrm>
          <a:prstGeom prst="rect">
            <a:avLst/>
          </a:prstGeom>
        </p:spPr>
      </p:pic>
      <p:sp>
        <p:nvSpPr>
          <p:cNvPr id="6" name="Rectangle 5" hidden="1"/>
          <p:cNvSpPr/>
          <p:nvPr>
            <p:custDataLst>
              <p:tags r:id="rId1"/>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ct val="90000"/>
              </a:lnSpc>
              <a:spcBef>
                <a:spcPct val="0"/>
              </a:spcBef>
              <a:spcAft>
                <a:spcPct val="0"/>
              </a:spcAft>
            </a:pPr>
            <a:endParaRPr lang="pt-BR" sz="2000" b="1" dirty="0">
              <a:latin typeface="TIM Sans" panose="00000500000000000000" pitchFamily="2" charset="0"/>
              <a:ea typeface="ＭＳ Ｐゴシック" panose="020B0600070205080204" pitchFamily="34" charset="-128"/>
              <a:cs typeface="Arial" panose="020B0604020202020204" pitchFamily="34" charset="0"/>
              <a:sym typeface="TIM Sans" panose="00000500000000000000" pitchFamily="2" charset="0"/>
            </a:endParaRPr>
          </a:p>
        </p:txBody>
      </p:sp>
      <p:sp>
        <p:nvSpPr>
          <p:cNvPr id="3" name="Title 2"/>
          <p:cNvSpPr>
            <a:spLocks noGrp="1"/>
          </p:cNvSpPr>
          <p:nvPr>
            <p:ph type="title"/>
          </p:nvPr>
        </p:nvSpPr>
        <p:spPr/>
        <p:txBody>
          <a:bodyPr/>
          <a:lstStyle/>
          <a:p>
            <a:r>
              <a:rPr lang="pt-BR" dirty="0"/>
              <a:t>Passo 3 – Necessidades</a:t>
            </a:r>
          </a:p>
        </p:txBody>
      </p:sp>
      <p:sp>
        <p:nvSpPr>
          <p:cNvPr id="5" name="Rectangle 4"/>
          <p:cNvSpPr/>
          <p:nvPr/>
        </p:nvSpPr>
        <p:spPr>
          <a:xfrm>
            <a:off x="412752" y="942430"/>
            <a:ext cx="8731249" cy="9694962"/>
          </a:xfrm>
          <a:prstGeom prst="rect">
            <a:avLst/>
          </a:prstGeom>
          <a:noFill/>
          <a:ln>
            <a:noFill/>
          </a:ln>
        </p:spPr>
        <p:txBody>
          <a:bodyPr wrap="square">
            <a:spAutoFit/>
          </a:bodyPr>
          <a:lstStyle/>
          <a:p>
            <a:pPr lvl="0" algn="just">
              <a:spcAft>
                <a:spcPts val="1200"/>
              </a:spcAft>
            </a:pPr>
            <a:r>
              <a:rPr lang="pt-BR" sz="1400" b="1" dirty="0"/>
              <a:t>São várias as necessidades do gestor e o material precisa ser bem estruturado permitindo a apresentação e utilização pelos seus superiores. Então precisa ser bem apresentável, muito amigável e com filtros que permita facilmente restringir algum tipo de público especifico ou período. Não há, por parte do gestor, nenhuma restrição em quantidade de guias ou em relação aos tipos de gráficos a serem utilizados, ficando por sua responsabilidade o entendimento da melhor forma de apresentar a informação de forma a ficar claro o comportamento da operação. As perguntas frequentes que devem ser respondidas claramente  com o </a:t>
            </a:r>
            <a:r>
              <a:rPr lang="pt-BR" sz="1400" b="1" dirty="0" err="1"/>
              <a:t>Dashboard</a:t>
            </a:r>
            <a:r>
              <a:rPr lang="pt-BR" sz="1400" b="1" dirty="0"/>
              <a:t> são:</a:t>
            </a:r>
          </a:p>
          <a:p>
            <a:pPr marL="800100" lvl="1" indent="-342900" algn="just">
              <a:spcAft>
                <a:spcPts val="1200"/>
              </a:spcAft>
              <a:buFont typeface="+mj-lt"/>
              <a:buAutoNum type="arabicPeriod"/>
            </a:pPr>
            <a:r>
              <a:rPr lang="pt-BR" sz="1200" b="1" dirty="0"/>
              <a:t>Preciso de uma visão de todos os indicadores para entender a operação  de ponta a ponta?</a:t>
            </a:r>
          </a:p>
          <a:p>
            <a:pPr marL="800100" lvl="1" indent="-342900" algn="just">
              <a:spcAft>
                <a:spcPts val="1200"/>
              </a:spcAft>
              <a:buFont typeface="+mj-lt"/>
              <a:buAutoNum type="arabicPeriod"/>
            </a:pPr>
            <a:r>
              <a:rPr lang="pt-BR" sz="1200" b="1" dirty="0"/>
              <a:t>Como está o Mix de Indicadores de Vendas por canal? Como está o Mix de Gross por canal? Como está o Mix de </a:t>
            </a:r>
            <a:r>
              <a:rPr lang="pt-BR" sz="1200" b="1" dirty="0" err="1"/>
              <a:t>Churn</a:t>
            </a:r>
            <a:r>
              <a:rPr lang="pt-BR" sz="1200" b="1" dirty="0"/>
              <a:t> por canal? Qual Canal está com melhor performance comparando com o mês anterior dele?</a:t>
            </a:r>
          </a:p>
          <a:p>
            <a:pPr marL="800100" lvl="1" indent="-342900" algn="just">
              <a:spcAft>
                <a:spcPts val="1200"/>
              </a:spcAft>
              <a:buFont typeface="+mj-lt"/>
              <a:buAutoNum type="arabicPeriod"/>
            </a:pPr>
            <a:r>
              <a:rPr lang="pt-BR" sz="1200" b="1" dirty="0"/>
              <a:t>Como está o comportamento dos indicadores por Cidade e UF? Quais cidade estão subindo o Gross e caindo o </a:t>
            </a:r>
            <a:r>
              <a:rPr lang="pt-BR" sz="1200" b="1" dirty="0" err="1"/>
              <a:t>Churn</a:t>
            </a:r>
            <a:r>
              <a:rPr lang="pt-BR" sz="1200" b="1" dirty="0"/>
              <a:t>?</a:t>
            </a:r>
          </a:p>
          <a:p>
            <a:pPr marL="800100" lvl="1" indent="-342900" algn="just">
              <a:spcAft>
                <a:spcPts val="1200"/>
              </a:spcAft>
              <a:buFont typeface="+mj-lt"/>
              <a:buAutoNum type="arabicPeriod"/>
            </a:pPr>
            <a:r>
              <a:rPr lang="pt-BR" sz="1200" b="1" dirty="0"/>
              <a:t>Como está o Mix entre os canais x Planos dos indicadores? </a:t>
            </a:r>
          </a:p>
          <a:p>
            <a:pPr marL="800100" lvl="1" indent="-342900" algn="just">
              <a:spcAft>
                <a:spcPts val="1200"/>
              </a:spcAft>
              <a:buFont typeface="+mj-lt"/>
              <a:buAutoNum type="arabicPeriod"/>
            </a:pPr>
            <a:r>
              <a:rPr lang="pt-BR" sz="1200" b="1" dirty="0"/>
              <a:t>Como está o Mix entre os canais x tecnologia dos indicadores? </a:t>
            </a:r>
          </a:p>
          <a:p>
            <a:pPr marL="800100" lvl="1" indent="-342900" algn="just">
              <a:spcAft>
                <a:spcPts val="1200"/>
              </a:spcAft>
              <a:buFont typeface="+mj-lt"/>
              <a:buAutoNum type="arabicPeriod"/>
            </a:pPr>
            <a:r>
              <a:rPr lang="pt-BR" sz="1200" b="1" dirty="0"/>
              <a:t>Como está a comparação dos últimos 13 meses da operação? </a:t>
            </a:r>
          </a:p>
          <a:p>
            <a:pPr marL="800100" lvl="1" indent="-342900" algn="just">
              <a:spcAft>
                <a:spcPts val="1200"/>
              </a:spcAft>
              <a:buFont typeface="+mj-lt"/>
              <a:buAutoNum type="arabicPeriod"/>
            </a:pPr>
            <a:r>
              <a:rPr lang="pt-BR" sz="1200" b="1" dirty="0"/>
              <a:t>Como está o cancelamento? Quais os principais ofensores? A tecnologia do produto tem alguma correlação?</a:t>
            </a:r>
          </a:p>
          <a:p>
            <a:pPr marL="800100" lvl="1" indent="-342900" algn="just">
              <a:spcAft>
                <a:spcPts val="1200"/>
              </a:spcAft>
              <a:buFont typeface="+mj-lt"/>
              <a:buAutoNum type="arabicPeriod"/>
            </a:pPr>
            <a:r>
              <a:rPr lang="pt-BR" sz="1200" b="1" dirty="0"/>
              <a:t>Quero um entendimento total de </a:t>
            </a:r>
            <a:r>
              <a:rPr lang="pt-BR" sz="1200" b="1" dirty="0" err="1"/>
              <a:t>Churn</a:t>
            </a:r>
            <a:r>
              <a:rPr lang="pt-BR" sz="1200" b="1" dirty="0"/>
              <a:t>. O ofensor é o voluntário ou involuntário?</a:t>
            </a:r>
          </a:p>
          <a:p>
            <a:pPr lvl="1" algn="just">
              <a:spcAft>
                <a:spcPts val="1200"/>
              </a:spcAft>
            </a:pPr>
            <a:r>
              <a:rPr lang="pt-BR" sz="1200" b="1" i="1" u="sng" dirty="0"/>
              <a:t>Lembrando que o intuito aqui é ter um </a:t>
            </a:r>
            <a:r>
              <a:rPr lang="pt-BR" sz="1200" b="1" i="1" u="sng" dirty="0" err="1"/>
              <a:t>Dashboards</a:t>
            </a:r>
            <a:r>
              <a:rPr lang="pt-BR" sz="1200" b="1" i="1" u="sng" dirty="0"/>
              <a:t> com alguns painéis que responda as perguntas. Não é para escrever as resposta de forma descritivas. </a:t>
            </a:r>
          </a:p>
          <a:p>
            <a:pPr marL="800100" lvl="1" indent="-342900" algn="just">
              <a:spcAft>
                <a:spcPts val="1200"/>
              </a:spcAft>
              <a:buFont typeface="+mj-lt"/>
              <a:buAutoNum type="arabicPeriod"/>
            </a:pPr>
            <a:endParaRPr lang="pt-BR" sz="1400" b="1" dirty="0"/>
          </a:p>
          <a:p>
            <a:pPr marL="800100" lvl="1" indent="-342900" algn="just">
              <a:spcAft>
                <a:spcPts val="1200"/>
              </a:spcAft>
              <a:buFont typeface="+mj-lt"/>
              <a:buAutoNum type="arabicPeriod"/>
            </a:pPr>
            <a:endParaRPr lang="pt-BR" sz="1400" b="1" dirty="0"/>
          </a:p>
          <a:p>
            <a:pPr marL="800100" lvl="1" indent="-342900" algn="just">
              <a:spcAft>
                <a:spcPts val="1200"/>
              </a:spcAft>
              <a:buFont typeface="+mj-lt"/>
              <a:buAutoNum type="arabicPeriod"/>
            </a:pPr>
            <a:endParaRPr lang="pt-BR" sz="1400" b="1" dirty="0"/>
          </a:p>
          <a:p>
            <a:pPr marL="800100" lvl="1" indent="-342900" algn="just">
              <a:spcAft>
                <a:spcPts val="1200"/>
              </a:spcAft>
              <a:buFont typeface="+mj-lt"/>
              <a:buAutoNum type="arabicPeriod"/>
            </a:pPr>
            <a:endParaRPr lang="pt-BR" sz="1400" b="1" dirty="0"/>
          </a:p>
          <a:p>
            <a:pPr marL="800100" lvl="1" indent="-342900" algn="just">
              <a:spcAft>
                <a:spcPts val="1200"/>
              </a:spcAft>
              <a:buFont typeface="+mj-lt"/>
              <a:buAutoNum type="arabicPeriod"/>
            </a:pPr>
            <a:endParaRPr lang="pt-BR" sz="1400" b="1" dirty="0"/>
          </a:p>
          <a:p>
            <a:pPr lvl="0" algn="just">
              <a:spcAft>
                <a:spcPts val="1200"/>
              </a:spcAft>
            </a:pPr>
            <a:endParaRPr lang="pt-BR" sz="1400" b="1" dirty="0"/>
          </a:p>
          <a:p>
            <a:pPr lvl="0" algn="just">
              <a:spcAft>
                <a:spcPts val="1200"/>
              </a:spcAft>
            </a:pPr>
            <a:endParaRPr lang="pt-BR" sz="1400" b="1" dirty="0"/>
          </a:p>
          <a:p>
            <a:pPr marL="914400" lvl="1" indent="-457200" algn="just">
              <a:spcAft>
                <a:spcPts val="1200"/>
              </a:spcAft>
              <a:buFont typeface="+mj-lt"/>
              <a:buAutoNum type="arabicPeriod"/>
            </a:pPr>
            <a:endParaRPr lang="pt-BR" sz="1400" b="1" u="sng" dirty="0"/>
          </a:p>
          <a:p>
            <a:pPr marL="914400" lvl="1" indent="-457200" algn="just">
              <a:spcAft>
                <a:spcPts val="1200"/>
              </a:spcAft>
              <a:buFont typeface="+mj-lt"/>
              <a:buAutoNum type="arabicPeriod"/>
            </a:pPr>
            <a:endParaRPr lang="pt-BR" sz="1400" b="1" u="sng" dirty="0"/>
          </a:p>
          <a:p>
            <a:pPr marL="914400" lvl="1" indent="-457200" algn="just">
              <a:spcAft>
                <a:spcPts val="1200"/>
              </a:spcAft>
              <a:buFont typeface="+mj-lt"/>
              <a:buAutoNum type="arabicPeriod"/>
            </a:pPr>
            <a:endParaRPr lang="pt-BR" sz="1400" b="1" u="sng" dirty="0"/>
          </a:p>
          <a:p>
            <a:pPr marL="457200" lvl="0" indent="-457200" algn="just">
              <a:spcAft>
                <a:spcPts val="1200"/>
              </a:spcAft>
              <a:buFont typeface="+mj-lt"/>
              <a:buAutoNum type="arabicPeriod"/>
            </a:pPr>
            <a:endParaRPr lang="pt-BR" sz="2000" b="1" u="sng" dirty="0"/>
          </a:p>
        </p:txBody>
      </p:sp>
      <p:graphicFrame>
        <p:nvGraphicFramePr>
          <p:cNvPr id="2" name="Table 1"/>
          <p:cNvGraphicFramePr>
            <a:graphicFrameLocks noGrp="1"/>
          </p:cNvGraphicFramePr>
          <p:nvPr/>
        </p:nvGraphicFramePr>
        <p:xfrm>
          <a:off x="10305144" y="715973"/>
          <a:ext cx="1654628" cy="5525172"/>
        </p:xfrm>
        <a:graphic>
          <a:graphicData uri="http://schemas.openxmlformats.org/drawingml/2006/table">
            <a:tbl>
              <a:tblPr/>
              <a:tblGrid>
                <a:gridCol w="1654628">
                  <a:extLst>
                    <a:ext uri="{9D8B030D-6E8A-4147-A177-3AD203B41FA5}">
                      <a16:colId xmlns:a16="http://schemas.microsoft.com/office/drawing/2014/main" val="1360732584"/>
                    </a:ext>
                  </a:extLst>
                </a:gridCol>
              </a:tblGrid>
              <a:tr h="306954">
                <a:tc>
                  <a:txBody>
                    <a:bodyPr/>
                    <a:lstStyle/>
                    <a:p>
                      <a:pPr algn="l" fontAlgn="b"/>
                      <a:r>
                        <a:rPr lang="pt-BR" sz="1100" b="1" i="0" u="none" strike="noStrike">
                          <a:solidFill>
                            <a:srgbClr val="000000"/>
                          </a:solidFill>
                          <a:effectLst/>
                          <a:latin typeface="Calibri" panose="020F0502020204030204" pitchFamily="34" charset="0"/>
                        </a:rPr>
                        <a:t>Sum of valor</a:t>
                      </a:r>
                    </a:p>
                  </a:txBody>
                  <a:tcPr marL="9525" marR="9525" marT="9525" marB="0" anchor="b">
                    <a:lnL>
                      <a:noFill/>
                    </a:lnL>
                    <a:lnR>
                      <a:noFill/>
                    </a:lnR>
                    <a:lnT>
                      <a:noFill/>
                    </a:lnT>
                    <a:lnB>
                      <a:noFill/>
                    </a:lnB>
                    <a:solidFill>
                      <a:srgbClr val="DDEBF7"/>
                    </a:solidFill>
                  </a:tcPr>
                </a:tc>
                <a:extLst>
                  <a:ext uri="{0D108BD9-81ED-4DB2-BD59-A6C34878D82A}">
                    <a16:rowId xmlns:a16="http://schemas.microsoft.com/office/drawing/2014/main" val="281710429"/>
                  </a:ext>
                </a:extLst>
              </a:tr>
              <a:tr h="306954">
                <a:tc>
                  <a:txBody>
                    <a:bodyPr/>
                    <a:lstStyle/>
                    <a:p>
                      <a:pPr algn="l" fontAlgn="b"/>
                      <a:r>
                        <a:rPr lang="pt-BR" sz="1100" b="1" i="0" u="none" strike="noStrike">
                          <a:solidFill>
                            <a:srgbClr val="000000"/>
                          </a:solidFill>
                          <a:effectLst/>
                          <a:latin typeface="Calibri" panose="020F0502020204030204" pitchFamily="34" charset="0"/>
                        </a:rPr>
                        <a:t>Row Labels</a:t>
                      </a:r>
                    </a:p>
                  </a:txBody>
                  <a:tcPr marL="9525" marR="9525" marT="9525" marB="0" anchor="b">
                    <a:lnL>
                      <a:noFill/>
                    </a:lnL>
                    <a:lnR>
                      <a:noFill/>
                    </a:lnR>
                    <a:lnT>
                      <a:noFill/>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227171576"/>
                  </a:ext>
                </a:extLst>
              </a:tr>
              <a:tr h="306954">
                <a:tc>
                  <a:txBody>
                    <a:bodyPr/>
                    <a:lstStyle/>
                    <a:p>
                      <a:pPr algn="l" fontAlgn="b"/>
                      <a:r>
                        <a:rPr lang="pt-BR" sz="1100" b="1" i="0" u="none" strike="noStrike" dirty="0">
                          <a:solidFill>
                            <a:srgbClr val="000000"/>
                          </a:solidFill>
                          <a:effectLst/>
                          <a:latin typeface="Calibri" panose="020F0502020204030204" pitchFamily="34" charset="0"/>
                        </a:rPr>
                        <a:t>PRODUTOS FIXOS</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839027904"/>
                  </a:ext>
                </a:extLst>
              </a:tr>
              <a:tr h="306954">
                <a:tc>
                  <a:txBody>
                    <a:bodyPr/>
                    <a:lstStyle/>
                    <a:p>
                      <a:pPr algn="l" fontAlgn="b"/>
                      <a:r>
                        <a:rPr lang="pt-BR" sz="1100" b="1" i="0" u="none" strike="noStrike" dirty="0">
                          <a:solidFill>
                            <a:srgbClr val="000000"/>
                          </a:solidFill>
                          <a:effectLst/>
                          <a:latin typeface="Calibri" panose="020F0502020204030204" pitchFamily="34" charset="0"/>
                        </a:rPr>
                        <a:t>VENDA BRUTA</a:t>
                      </a:r>
                    </a:p>
                  </a:txBody>
                  <a:tcPr marL="85725" marR="9525" marT="9525" marB="0" anchor="b">
                    <a:lnL>
                      <a:noFill/>
                    </a:lnL>
                    <a:lnR>
                      <a:noFill/>
                    </a:lnR>
                    <a:lnT w="6350" cap="flat" cmpd="sng" algn="ctr">
                      <a:solidFill>
                        <a:srgbClr val="9BC2E6"/>
                      </a:solidFill>
                      <a:prstDash val="solid"/>
                      <a:round/>
                      <a:headEnd type="none" w="med" len="med"/>
                      <a:tailEnd type="none" w="med" len="med"/>
                    </a:lnT>
                    <a:lnB>
                      <a:noFill/>
                    </a:lnB>
                  </a:tcPr>
                </a:tc>
                <a:extLst>
                  <a:ext uri="{0D108BD9-81ED-4DB2-BD59-A6C34878D82A}">
                    <a16:rowId xmlns:a16="http://schemas.microsoft.com/office/drawing/2014/main" val="3127495083"/>
                  </a:ext>
                </a:extLst>
              </a:tr>
              <a:tr h="306954">
                <a:tc>
                  <a:txBody>
                    <a:bodyPr/>
                    <a:lstStyle/>
                    <a:p>
                      <a:pPr algn="l" fontAlgn="b"/>
                      <a:r>
                        <a:rPr lang="pt-BR" sz="1100" b="1" i="0" u="none" strike="noStrike" dirty="0">
                          <a:solidFill>
                            <a:srgbClr val="000000"/>
                          </a:solidFill>
                          <a:effectLst/>
                          <a:latin typeface="Calibri" panose="020F0502020204030204" pitchFamily="34" charset="0"/>
                        </a:rPr>
                        <a:t>CANC POS VENDA</a:t>
                      </a:r>
                    </a:p>
                  </a:txBody>
                  <a:tcPr marL="85725" marR="9525" marT="9525" marB="0" anchor="b">
                    <a:lnL>
                      <a:noFill/>
                    </a:lnL>
                    <a:lnR>
                      <a:noFill/>
                    </a:lnR>
                    <a:lnT>
                      <a:noFill/>
                    </a:lnT>
                    <a:lnB>
                      <a:noFill/>
                    </a:lnB>
                  </a:tcPr>
                </a:tc>
                <a:extLst>
                  <a:ext uri="{0D108BD9-81ED-4DB2-BD59-A6C34878D82A}">
                    <a16:rowId xmlns:a16="http://schemas.microsoft.com/office/drawing/2014/main" val="4242999408"/>
                  </a:ext>
                </a:extLst>
              </a:tr>
              <a:tr h="306954">
                <a:tc>
                  <a:txBody>
                    <a:bodyPr/>
                    <a:lstStyle/>
                    <a:p>
                      <a:pPr algn="l" fontAlgn="b"/>
                      <a:r>
                        <a:rPr lang="pt-BR" sz="1100" b="0" i="0" u="none" strike="noStrike">
                          <a:solidFill>
                            <a:srgbClr val="000000"/>
                          </a:solidFill>
                          <a:effectLst/>
                          <a:latin typeface="Calibri" panose="020F0502020204030204" pitchFamily="34" charset="0"/>
                        </a:rPr>
                        <a:t>CLIENTE</a:t>
                      </a:r>
                    </a:p>
                  </a:txBody>
                  <a:tcPr marL="171450" marR="9525" marT="9525" marB="0" anchor="b">
                    <a:lnL>
                      <a:noFill/>
                    </a:lnL>
                    <a:lnR>
                      <a:noFill/>
                    </a:lnR>
                    <a:lnT>
                      <a:noFill/>
                    </a:lnT>
                    <a:lnB>
                      <a:noFill/>
                    </a:lnB>
                  </a:tcPr>
                </a:tc>
                <a:extLst>
                  <a:ext uri="{0D108BD9-81ED-4DB2-BD59-A6C34878D82A}">
                    <a16:rowId xmlns:a16="http://schemas.microsoft.com/office/drawing/2014/main" val="1513265002"/>
                  </a:ext>
                </a:extLst>
              </a:tr>
              <a:tr h="306954">
                <a:tc>
                  <a:txBody>
                    <a:bodyPr/>
                    <a:lstStyle/>
                    <a:p>
                      <a:pPr algn="l" fontAlgn="b"/>
                      <a:r>
                        <a:rPr lang="pt-BR" sz="1100" b="0" i="0" u="none" strike="noStrike" dirty="0">
                          <a:solidFill>
                            <a:srgbClr val="000000"/>
                          </a:solidFill>
                          <a:effectLst/>
                          <a:latin typeface="Calibri" panose="020F0502020204030204" pitchFamily="34" charset="0"/>
                        </a:rPr>
                        <a:t>COMERCIAL</a:t>
                      </a:r>
                    </a:p>
                  </a:txBody>
                  <a:tcPr marL="171450" marR="9525" marT="9525" marB="0" anchor="b">
                    <a:lnL>
                      <a:noFill/>
                    </a:lnL>
                    <a:lnR>
                      <a:noFill/>
                    </a:lnR>
                    <a:lnT>
                      <a:noFill/>
                    </a:lnT>
                    <a:lnB>
                      <a:noFill/>
                    </a:lnB>
                  </a:tcPr>
                </a:tc>
                <a:extLst>
                  <a:ext uri="{0D108BD9-81ED-4DB2-BD59-A6C34878D82A}">
                    <a16:rowId xmlns:a16="http://schemas.microsoft.com/office/drawing/2014/main" val="1487081635"/>
                  </a:ext>
                </a:extLst>
              </a:tr>
              <a:tr h="306954">
                <a:tc>
                  <a:txBody>
                    <a:bodyPr/>
                    <a:lstStyle/>
                    <a:p>
                      <a:pPr algn="l" fontAlgn="b"/>
                      <a:r>
                        <a:rPr lang="pt-BR" sz="1100" b="0" i="0" u="none" strike="noStrike">
                          <a:solidFill>
                            <a:srgbClr val="000000"/>
                          </a:solidFill>
                          <a:effectLst/>
                          <a:latin typeface="Calibri" panose="020F0502020204030204" pitchFamily="34" charset="0"/>
                        </a:rPr>
                        <a:t>SISTEMA</a:t>
                      </a:r>
                    </a:p>
                  </a:txBody>
                  <a:tcPr marL="171450" marR="9525" marT="9525" marB="0" anchor="b">
                    <a:lnL>
                      <a:noFill/>
                    </a:lnL>
                    <a:lnR>
                      <a:noFill/>
                    </a:lnR>
                    <a:lnT>
                      <a:noFill/>
                    </a:lnT>
                    <a:lnB>
                      <a:noFill/>
                    </a:lnB>
                  </a:tcPr>
                </a:tc>
                <a:extLst>
                  <a:ext uri="{0D108BD9-81ED-4DB2-BD59-A6C34878D82A}">
                    <a16:rowId xmlns:a16="http://schemas.microsoft.com/office/drawing/2014/main" val="3918193745"/>
                  </a:ext>
                </a:extLst>
              </a:tr>
              <a:tr h="306954">
                <a:tc>
                  <a:txBody>
                    <a:bodyPr/>
                    <a:lstStyle/>
                    <a:p>
                      <a:pPr algn="l" fontAlgn="b"/>
                      <a:r>
                        <a:rPr lang="pt-BR" sz="1100" b="0" i="0" u="none" strike="noStrike">
                          <a:solidFill>
                            <a:srgbClr val="000000"/>
                          </a:solidFill>
                          <a:effectLst/>
                          <a:latin typeface="Calibri" panose="020F0502020204030204" pitchFamily="34" charset="0"/>
                        </a:rPr>
                        <a:t>TÉCNICO</a:t>
                      </a:r>
                    </a:p>
                  </a:txBody>
                  <a:tcPr marL="171450" marR="9525" marT="9525" marB="0" anchor="b">
                    <a:lnL>
                      <a:noFill/>
                    </a:lnL>
                    <a:lnR>
                      <a:noFill/>
                    </a:lnR>
                    <a:lnT>
                      <a:noFill/>
                    </a:lnT>
                    <a:lnB>
                      <a:noFill/>
                    </a:lnB>
                  </a:tcPr>
                </a:tc>
                <a:extLst>
                  <a:ext uri="{0D108BD9-81ED-4DB2-BD59-A6C34878D82A}">
                    <a16:rowId xmlns:a16="http://schemas.microsoft.com/office/drawing/2014/main" val="2721243223"/>
                  </a:ext>
                </a:extLst>
              </a:tr>
              <a:tr h="306954">
                <a:tc>
                  <a:txBody>
                    <a:bodyPr/>
                    <a:lstStyle/>
                    <a:p>
                      <a:pPr algn="l" fontAlgn="b"/>
                      <a:r>
                        <a:rPr lang="pt-BR" sz="1100" b="0" i="0" u="none" strike="noStrike">
                          <a:solidFill>
                            <a:srgbClr val="000000"/>
                          </a:solidFill>
                          <a:effectLst/>
                          <a:latin typeface="Calibri" panose="020F0502020204030204" pitchFamily="34" charset="0"/>
                        </a:rPr>
                        <a:t>TÉCNICO/COMERCIAL</a:t>
                      </a:r>
                    </a:p>
                  </a:txBody>
                  <a:tcPr marL="171450" marR="9525" marT="9525" marB="0" anchor="b">
                    <a:lnL>
                      <a:noFill/>
                    </a:lnL>
                    <a:lnR>
                      <a:noFill/>
                    </a:lnR>
                    <a:lnT>
                      <a:noFill/>
                    </a:lnT>
                    <a:lnB>
                      <a:noFill/>
                    </a:lnB>
                  </a:tcPr>
                </a:tc>
                <a:extLst>
                  <a:ext uri="{0D108BD9-81ED-4DB2-BD59-A6C34878D82A}">
                    <a16:rowId xmlns:a16="http://schemas.microsoft.com/office/drawing/2014/main" val="3285868081"/>
                  </a:ext>
                </a:extLst>
              </a:tr>
              <a:tr h="306954">
                <a:tc>
                  <a:txBody>
                    <a:bodyPr/>
                    <a:lstStyle/>
                    <a:p>
                      <a:pPr algn="l" fontAlgn="b"/>
                      <a:r>
                        <a:rPr lang="pt-BR" sz="1100" b="0" i="0" u="none" strike="noStrike">
                          <a:solidFill>
                            <a:srgbClr val="000000"/>
                          </a:solidFill>
                          <a:effectLst/>
                          <a:latin typeface="Calibri" panose="020F0502020204030204" pitchFamily="34" charset="0"/>
                        </a:rPr>
                        <a:t>NÃO CLASSIFICADO</a:t>
                      </a:r>
                    </a:p>
                  </a:txBody>
                  <a:tcPr marL="171450" marR="9525" marT="9525" marB="0" anchor="b">
                    <a:lnL>
                      <a:noFill/>
                    </a:lnL>
                    <a:lnR>
                      <a:noFill/>
                    </a:lnR>
                    <a:lnT>
                      <a:noFill/>
                    </a:lnT>
                    <a:lnB>
                      <a:noFill/>
                    </a:lnB>
                  </a:tcPr>
                </a:tc>
                <a:extLst>
                  <a:ext uri="{0D108BD9-81ED-4DB2-BD59-A6C34878D82A}">
                    <a16:rowId xmlns:a16="http://schemas.microsoft.com/office/drawing/2014/main" val="1771782176"/>
                  </a:ext>
                </a:extLst>
              </a:tr>
              <a:tr h="306954">
                <a:tc>
                  <a:txBody>
                    <a:bodyPr/>
                    <a:lstStyle/>
                    <a:p>
                      <a:pPr algn="l" fontAlgn="b"/>
                      <a:r>
                        <a:rPr lang="pt-BR" sz="1100" b="1" i="0" u="none" strike="noStrike">
                          <a:solidFill>
                            <a:srgbClr val="000000"/>
                          </a:solidFill>
                          <a:effectLst/>
                          <a:latin typeface="Calibri" panose="020F0502020204030204" pitchFamily="34" charset="0"/>
                        </a:rPr>
                        <a:t>VENDA LIQUIDA</a:t>
                      </a:r>
                    </a:p>
                  </a:txBody>
                  <a:tcPr marL="85725" marR="9525" marT="9525" marB="0" anchor="b">
                    <a:lnL>
                      <a:noFill/>
                    </a:lnL>
                    <a:lnR>
                      <a:noFill/>
                    </a:lnR>
                    <a:lnT>
                      <a:noFill/>
                    </a:lnT>
                    <a:lnB>
                      <a:noFill/>
                    </a:lnB>
                  </a:tcPr>
                </a:tc>
                <a:extLst>
                  <a:ext uri="{0D108BD9-81ED-4DB2-BD59-A6C34878D82A}">
                    <a16:rowId xmlns:a16="http://schemas.microsoft.com/office/drawing/2014/main" val="2638922571"/>
                  </a:ext>
                </a:extLst>
              </a:tr>
              <a:tr h="306954">
                <a:tc>
                  <a:txBody>
                    <a:bodyPr/>
                    <a:lstStyle/>
                    <a:p>
                      <a:pPr algn="l" fontAlgn="b"/>
                      <a:r>
                        <a:rPr lang="pt-BR" sz="1100" b="1" i="0" u="none" strike="noStrike">
                          <a:solidFill>
                            <a:srgbClr val="000000"/>
                          </a:solidFill>
                          <a:effectLst/>
                          <a:latin typeface="Calibri" panose="020F0502020204030204" pitchFamily="34" charset="0"/>
                        </a:rPr>
                        <a:t>GROSS</a:t>
                      </a:r>
                    </a:p>
                  </a:txBody>
                  <a:tcPr marL="85725" marR="9525" marT="9525" marB="0" anchor="b">
                    <a:lnL>
                      <a:noFill/>
                    </a:lnL>
                    <a:lnR>
                      <a:noFill/>
                    </a:lnR>
                    <a:lnT>
                      <a:noFill/>
                    </a:lnT>
                    <a:lnB>
                      <a:noFill/>
                    </a:lnB>
                  </a:tcPr>
                </a:tc>
                <a:extLst>
                  <a:ext uri="{0D108BD9-81ED-4DB2-BD59-A6C34878D82A}">
                    <a16:rowId xmlns:a16="http://schemas.microsoft.com/office/drawing/2014/main" val="246489145"/>
                  </a:ext>
                </a:extLst>
              </a:tr>
              <a:tr h="306954">
                <a:tc>
                  <a:txBody>
                    <a:bodyPr/>
                    <a:lstStyle/>
                    <a:p>
                      <a:pPr algn="l" fontAlgn="b"/>
                      <a:r>
                        <a:rPr lang="pt-BR" sz="1100" b="1" i="0" u="none" strike="noStrike" dirty="0">
                          <a:solidFill>
                            <a:srgbClr val="000000"/>
                          </a:solidFill>
                          <a:effectLst/>
                          <a:latin typeface="Calibri" panose="020F0502020204030204" pitchFamily="34" charset="0"/>
                        </a:rPr>
                        <a:t>CHURN</a:t>
                      </a:r>
                    </a:p>
                  </a:txBody>
                  <a:tcPr marL="85725" marR="9525" marT="9525" marB="0" anchor="b">
                    <a:lnL>
                      <a:noFill/>
                    </a:lnL>
                    <a:lnR>
                      <a:noFill/>
                    </a:lnR>
                    <a:lnT>
                      <a:noFill/>
                    </a:lnT>
                    <a:lnB>
                      <a:noFill/>
                    </a:lnB>
                  </a:tcPr>
                </a:tc>
                <a:extLst>
                  <a:ext uri="{0D108BD9-81ED-4DB2-BD59-A6C34878D82A}">
                    <a16:rowId xmlns:a16="http://schemas.microsoft.com/office/drawing/2014/main" val="961353995"/>
                  </a:ext>
                </a:extLst>
              </a:tr>
              <a:tr h="306954">
                <a:tc>
                  <a:txBody>
                    <a:bodyPr/>
                    <a:lstStyle/>
                    <a:p>
                      <a:pPr algn="l" fontAlgn="b"/>
                      <a:r>
                        <a:rPr lang="pt-BR" sz="1100" b="0" i="0" u="none" strike="noStrike">
                          <a:solidFill>
                            <a:srgbClr val="000000"/>
                          </a:solidFill>
                          <a:effectLst/>
                          <a:latin typeface="Calibri" panose="020F0502020204030204" pitchFamily="34" charset="0"/>
                        </a:rPr>
                        <a:t>INVOLUNTÁRIO</a:t>
                      </a:r>
                    </a:p>
                  </a:txBody>
                  <a:tcPr marL="171450" marR="9525" marT="9525" marB="0" anchor="b">
                    <a:lnL>
                      <a:noFill/>
                    </a:lnL>
                    <a:lnR>
                      <a:noFill/>
                    </a:lnR>
                    <a:lnT>
                      <a:noFill/>
                    </a:lnT>
                    <a:lnB>
                      <a:noFill/>
                    </a:lnB>
                  </a:tcPr>
                </a:tc>
                <a:extLst>
                  <a:ext uri="{0D108BD9-81ED-4DB2-BD59-A6C34878D82A}">
                    <a16:rowId xmlns:a16="http://schemas.microsoft.com/office/drawing/2014/main" val="594845199"/>
                  </a:ext>
                </a:extLst>
              </a:tr>
              <a:tr h="306954">
                <a:tc>
                  <a:txBody>
                    <a:bodyPr/>
                    <a:lstStyle/>
                    <a:p>
                      <a:pPr algn="l" fontAlgn="b"/>
                      <a:r>
                        <a:rPr lang="pt-BR" sz="1100" b="0" i="0" u="none" strike="noStrike">
                          <a:solidFill>
                            <a:srgbClr val="000000"/>
                          </a:solidFill>
                          <a:effectLst/>
                          <a:latin typeface="Calibri" panose="020F0502020204030204" pitchFamily="34" charset="0"/>
                        </a:rPr>
                        <a:t>VOLUNTÁRIO</a:t>
                      </a:r>
                    </a:p>
                  </a:txBody>
                  <a:tcPr marL="171450" marR="9525" marT="9525" marB="0" anchor="b">
                    <a:lnL>
                      <a:noFill/>
                    </a:lnL>
                    <a:lnR>
                      <a:noFill/>
                    </a:lnR>
                    <a:lnT>
                      <a:noFill/>
                    </a:lnT>
                    <a:lnB>
                      <a:noFill/>
                    </a:lnB>
                  </a:tcPr>
                </a:tc>
                <a:extLst>
                  <a:ext uri="{0D108BD9-81ED-4DB2-BD59-A6C34878D82A}">
                    <a16:rowId xmlns:a16="http://schemas.microsoft.com/office/drawing/2014/main" val="2681074370"/>
                  </a:ext>
                </a:extLst>
              </a:tr>
              <a:tr h="306954">
                <a:tc>
                  <a:txBody>
                    <a:bodyPr/>
                    <a:lstStyle/>
                    <a:p>
                      <a:pPr algn="l" fontAlgn="b"/>
                      <a:r>
                        <a:rPr lang="pt-BR" sz="1100" b="1" i="0" u="none" strike="noStrike">
                          <a:solidFill>
                            <a:srgbClr val="000000"/>
                          </a:solidFill>
                          <a:effectLst/>
                          <a:latin typeface="Calibri" panose="020F0502020204030204" pitchFamily="34" charset="0"/>
                        </a:rPr>
                        <a:t>NETADDS</a:t>
                      </a:r>
                    </a:p>
                  </a:txBody>
                  <a:tcPr marL="85725" marR="9525" marT="9525" marB="0" anchor="b">
                    <a:lnL>
                      <a:noFill/>
                    </a:lnL>
                    <a:lnR>
                      <a:noFill/>
                    </a:lnR>
                    <a:lnT>
                      <a:noFill/>
                    </a:lnT>
                    <a:lnB>
                      <a:noFill/>
                    </a:lnB>
                  </a:tcPr>
                </a:tc>
                <a:extLst>
                  <a:ext uri="{0D108BD9-81ED-4DB2-BD59-A6C34878D82A}">
                    <a16:rowId xmlns:a16="http://schemas.microsoft.com/office/drawing/2014/main" val="2302057534"/>
                  </a:ext>
                </a:extLst>
              </a:tr>
              <a:tr h="306954">
                <a:tc>
                  <a:txBody>
                    <a:bodyPr/>
                    <a:lstStyle/>
                    <a:p>
                      <a:pPr algn="l" fontAlgn="b"/>
                      <a:r>
                        <a:rPr lang="pt-BR" sz="1100" b="1" i="0" u="none" strike="noStrike" dirty="0">
                          <a:solidFill>
                            <a:srgbClr val="000000"/>
                          </a:solidFill>
                          <a:effectLst/>
                          <a:latin typeface="Calibri" panose="020F0502020204030204" pitchFamily="34" charset="0"/>
                        </a:rPr>
                        <a:t>BASE EOP</a:t>
                      </a:r>
                    </a:p>
                  </a:txBody>
                  <a:tcPr marL="85725" marR="9525" marT="9525" marB="0" anchor="b">
                    <a:lnL>
                      <a:noFill/>
                    </a:lnL>
                    <a:lnR>
                      <a:noFill/>
                    </a:lnR>
                    <a:lnT>
                      <a:noFill/>
                    </a:lnT>
                    <a:lnB>
                      <a:noFill/>
                    </a:lnB>
                  </a:tcPr>
                </a:tc>
                <a:extLst>
                  <a:ext uri="{0D108BD9-81ED-4DB2-BD59-A6C34878D82A}">
                    <a16:rowId xmlns:a16="http://schemas.microsoft.com/office/drawing/2014/main" val="1791532152"/>
                  </a:ext>
                </a:extLst>
              </a:tr>
            </a:tbl>
          </a:graphicData>
        </a:graphic>
      </p:graphicFrame>
      <p:sp>
        <p:nvSpPr>
          <p:cNvPr id="4" name="Left Brace 3"/>
          <p:cNvSpPr/>
          <p:nvPr/>
        </p:nvSpPr>
        <p:spPr>
          <a:xfrm>
            <a:off x="9971314" y="2322286"/>
            <a:ext cx="522514" cy="1814285"/>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9" name="Left Brace 8"/>
          <p:cNvSpPr/>
          <p:nvPr/>
        </p:nvSpPr>
        <p:spPr>
          <a:xfrm>
            <a:off x="10029373" y="5113285"/>
            <a:ext cx="522514" cy="532771"/>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2" name="Octagon 11"/>
          <p:cNvSpPr/>
          <p:nvPr/>
        </p:nvSpPr>
        <p:spPr>
          <a:xfrm>
            <a:off x="10041841" y="1746844"/>
            <a:ext cx="188686" cy="174171"/>
          </a:xfrm>
          <a:prstGeom prst="octagon">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pt-BR" sz="1000" b="1" dirty="0">
                <a:solidFill>
                  <a:schemeClr val="tx1"/>
                </a:solidFill>
              </a:rPr>
              <a:t>1</a:t>
            </a:r>
          </a:p>
        </p:txBody>
      </p:sp>
      <p:sp>
        <p:nvSpPr>
          <p:cNvPr id="13" name="Octagon 12"/>
          <p:cNvSpPr/>
          <p:nvPr/>
        </p:nvSpPr>
        <p:spPr>
          <a:xfrm>
            <a:off x="10041841" y="2041384"/>
            <a:ext cx="188686" cy="174171"/>
          </a:xfrm>
          <a:prstGeom prst="octagon">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pt-BR" sz="1000" b="1" dirty="0">
                <a:solidFill>
                  <a:schemeClr val="tx1"/>
                </a:solidFill>
              </a:rPr>
              <a:t>2</a:t>
            </a:r>
          </a:p>
        </p:txBody>
      </p:sp>
      <p:sp>
        <p:nvSpPr>
          <p:cNvPr id="14" name="Octagon 13"/>
          <p:cNvSpPr/>
          <p:nvPr/>
        </p:nvSpPr>
        <p:spPr>
          <a:xfrm>
            <a:off x="9673771" y="3142342"/>
            <a:ext cx="188686" cy="174171"/>
          </a:xfrm>
          <a:prstGeom prst="octagon">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pt-BR" sz="1000" b="1" dirty="0">
                <a:solidFill>
                  <a:schemeClr val="tx1"/>
                </a:solidFill>
              </a:rPr>
              <a:t>3</a:t>
            </a:r>
          </a:p>
        </p:txBody>
      </p:sp>
      <p:sp>
        <p:nvSpPr>
          <p:cNvPr id="15" name="Octagon 14"/>
          <p:cNvSpPr/>
          <p:nvPr/>
        </p:nvSpPr>
        <p:spPr>
          <a:xfrm>
            <a:off x="10047280" y="4236940"/>
            <a:ext cx="188686" cy="174171"/>
          </a:xfrm>
          <a:prstGeom prst="octagon">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pt-BR" sz="1000" b="1" dirty="0">
                <a:solidFill>
                  <a:schemeClr val="tx1"/>
                </a:solidFill>
              </a:rPr>
              <a:t>4</a:t>
            </a:r>
          </a:p>
        </p:txBody>
      </p:sp>
      <p:sp>
        <p:nvSpPr>
          <p:cNvPr id="16" name="Octagon 15"/>
          <p:cNvSpPr/>
          <p:nvPr/>
        </p:nvSpPr>
        <p:spPr>
          <a:xfrm>
            <a:off x="10049896" y="4537842"/>
            <a:ext cx="188686" cy="174171"/>
          </a:xfrm>
          <a:prstGeom prst="octagon">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pt-BR" sz="1000" b="1" dirty="0">
                <a:solidFill>
                  <a:schemeClr val="tx1"/>
                </a:solidFill>
              </a:rPr>
              <a:t>5</a:t>
            </a:r>
          </a:p>
        </p:txBody>
      </p:sp>
      <p:sp>
        <p:nvSpPr>
          <p:cNvPr id="17" name="Octagon 16"/>
          <p:cNvSpPr/>
          <p:nvPr/>
        </p:nvSpPr>
        <p:spPr>
          <a:xfrm>
            <a:off x="10041841" y="4838744"/>
            <a:ext cx="188686" cy="174171"/>
          </a:xfrm>
          <a:prstGeom prst="octagon">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pt-BR" sz="1000" b="1" dirty="0">
                <a:solidFill>
                  <a:schemeClr val="tx1"/>
                </a:solidFill>
              </a:rPr>
              <a:t>6</a:t>
            </a:r>
          </a:p>
        </p:txBody>
      </p:sp>
      <p:sp>
        <p:nvSpPr>
          <p:cNvPr id="18" name="Octagon 17"/>
          <p:cNvSpPr/>
          <p:nvPr/>
        </p:nvSpPr>
        <p:spPr>
          <a:xfrm>
            <a:off x="9673771" y="5292584"/>
            <a:ext cx="188686" cy="174171"/>
          </a:xfrm>
          <a:prstGeom prst="octagon">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pt-BR" sz="1000" b="1" dirty="0">
                <a:solidFill>
                  <a:schemeClr val="tx1"/>
                </a:solidFill>
              </a:rPr>
              <a:t>7</a:t>
            </a:r>
          </a:p>
        </p:txBody>
      </p:sp>
      <p:sp>
        <p:nvSpPr>
          <p:cNvPr id="19" name="Octagon 18"/>
          <p:cNvSpPr/>
          <p:nvPr/>
        </p:nvSpPr>
        <p:spPr>
          <a:xfrm>
            <a:off x="10041841" y="5769429"/>
            <a:ext cx="188686" cy="174171"/>
          </a:xfrm>
          <a:prstGeom prst="octagon">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pt-BR" sz="1000" b="1" dirty="0">
                <a:solidFill>
                  <a:schemeClr val="tx1"/>
                </a:solidFill>
              </a:rPr>
              <a:t>8</a:t>
            </a:r>
          </a:p>
        </p:txBody>
      </p:sp>
      <p:sp>
        <p:nvSpPr>
          <p:cNvPr id="20" name="Octagon 19"/>
          <p:cNvSpPr/>
          <p:nvPr/>
        </p:nvSpPr>
        <p:spPr>
          <a:xfrm>
            <a:off x="10045400" y="6066973"/>
            <a:ext cx="188686" cy="174171"/>
          </a:xfrm>
          <a:prstGeom prst="octagon">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pt-BR" sz="1000" b="1" dirty="0">
                <a:solidFill>
                  <a:schemeClr val="tx1"/>
                </a:solidFill>
              </a:rPr>
              <a:t>9</a:t>
            </a:r>
          </a:p>
        </p:txBody>
      </p:sp>
      <p:sp>
        <p:nvSpPr>
          <p:cNvPr id="22" name="Rectangular Callout 21"/>
          <p:cNvSpPr/>
          <p:nvPr/>
        </p:nvSpPr>
        <p:spPr>
          <a:xfrm>
            <a:off x="8331252" y="412688"/>
            <a:ext cx="1804932" cy="529742"/>
          </a:xfrm>
          <a:prstGeom prst="wedgeRectCallout">
            <a:avLst>
              <a:gd name="adj1" fmla="val 65713"/>
              <a:gd name="adj2" fmla="val 81732"/>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pt-BR" sz="1200" dirty="0">
                <a:solidFill>
                  <a:schemeClr val="bg1"/>
                </a:solidFill>
              </a:rPr>
              <a:t>Essa é a referência do Excel</a:t>
            </a:r>
          </a:p>
        </p:txBody>
      </p:sp>
    </p:spTree>
    <p:extLst>
      <p:ext uri="{BB962C8B-B14F-4D97-AF65-F5344CB8AC3E}">
        <p14:creationId xmlns:p14="http://schemas.microsoft.com/office/powerpoint/2010/main" val="777585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nvPicPr>
        <p:blipFill>
          <a:blip cstate="print"/>
          <a:stretch>
            <a:fillRect/>
          </a:stretch>
        </p:blipFill>
        <p:spPr>
          <a:xfrm>
            <a:off x="1588" y="1588"/>
            <a:ext cx="1588" cy="1588"/>
          </a:xfrm>
          <a:prstGeom prst="rect">
            <a:avLst/>
          </a:prstGeom>
        </p:spPr>
      </p:pic>
      <p:sp>
        <p:nvSpPr>
          <p:cNvPr id="6" name="Rectangle 5" hidden="1"/>
          <p:cNvSpPr/>
          <p:nvPr>
            <p:custDataLst>
              <p:tags r:id="rId1"/>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ct val="90000"/>
              </a:lnSpc>
              <a:spcBef>
                <a:spcPct val="0"/>
              </a:spcBef>
              <a:spcAft>
                <a:spcPct val="0"/>
              </a:spcAft>
            </a:pPr>
            <a:endParaRPr lang="pt-BR" sz="2000" b="1" dirty="0">
              <a:latin typeface="TIM Sans" panose="00000500000000000000" pitchFamily="2" charset="0"/>
              <a:ea typeface="ＭＳ Ｐゴシック" panose="020B0600070205080204" pitchFamily="34" charset="-128"/>
              <a:cs typeface="Arial" panose="020B0604020202020204" pitchFamily="34" charset="0"/>
              <a:sym typeface="TIM Sans" panose="00000500000000000000" pitchFamily="2" charset="0"/>
            </a:endParaRPr>
          </a:p>
        </p:txBody>
      </p:sp>
      <p:sp>
        <p:nvSpPr>
          <p:cNvPr id="3" name="Title 2"/>
          <p:cNvSpPr>
            <a:spLocks noGrp="1"/>
          </p:cNvSpPr>
          <p:nvPr>
            <p:ph type="title"/>
          </p:nvPr>
        </p:nvSpPr>
        <p:spPr/>
        <p:txBody>
          <a:bodyPr/>
          <a:lstStyle/>
          <a:p>
            <a:r>
              <a:rPr lang="pt-BR" dirty="0"/>
              <a:t>Passo 4 – Entrega</a:t>
            </a:r>
          </a:p>
        </p:txBody>
      </p:sp>
      <p:sp>
        <p:nvSpPr>
          <p:cNvPr id="5" name="Rectangle 4"/>
          <p:cNvSpPr/>
          <p:nvPr/>
        </p:nvSpPr>
        <p:spPr>
          <a:xfrm>
            <a:off x="412752" y="1524497"/>
            <a:ext cx="9975848" cy="1631216"/>
          </a:xfrm>
          <a:prstGeom prst="rect">
            <a:avLst/>
          </a:prstGeom>
          <a:noFill/>
          <a:ln>
            <a:noFill/>
          </a:ln>
        </p:spPr>
        <p:txBody>
          <a:bodyPr wrap="square">
            <a:spAutoFit/>
          </a:bodyPr>
          <a:lstStyle/>
          <a:p>
            <a:pPr lvl="0" algn="just">
              <a:spcAft>
                <a:spcPts val="1200"/>
              </a:spcAft>
            </a:pPr>
            <a:r>
              <a:rPr lang="pt-BR" sz="1600" b="1" dirty="0"/>
              <a:t>O material será apresentado no dia para o entrevistador, e pode estar disponível na Web, trazer em um pen-drive ou até trazer o notebook pessoal, se preferir. (Não é obrigatório trazer o notebook pessoal, teremos equipamento no local para apresentação).</a:t>
            </a:r>
          </a:p>
          <a:p>
            <a:pPr lvl="0" algn="just">
              <a:spcAft>
                <a:spcPts val="1200"/>
              </a:spcAft>
            </a:pPr>
            <a:endParaRPr lang="pt-BR" sz="1600" b="1" i="1" u="sng" dirty="0"/>
          </a:p>
          <a:p>
            <a:pPr lvl="0" algn="just">
              <a:spcAft>
                <a:spcPts val="1200"/>
              </a:spcAft>
            </a:pPr>
            <a:r>
              <a:rPr lang="pt-BR" sz="1600" b="1" i="1" u="sng" dirty="0"/>
              <a:t>Bom trabalho!!!</a:t>
            </a:r>
            <a:endParaRPr lang="pt-BR" sz="1600" b="1" u="sng" dirty="0"/>
          </a:p>
        </p:txBody>
      </p:sp>
    </p:spTree>
    <p:extLst>
      <p:ext uri="{BB962C8B-B14F-4D97-AF65-F5344CB8AC3E}">
        <p14:creationId xmlns:p14="http://schemas.microsoft.com/office/powerpoint/2010/main" val="8212289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5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1&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bNumberIsYear val=&quot;0&quot;/&gt;&lt;m_strFormatTime&gt;%m/%y&lt;/m_strFormatTime&gt;&lt;m_yearfmt&gt;&lt;begin val=&quot;4&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17da443e-3e85-4d59-8d91-b1205099b25c&quot; IsConsolidated=&quot;False&quot; IsTopLevel=&quot;False&quot; Layer=&quot;Harvey 4&quot; Source=&quot;Harvey 4&quot; /&gt;"/>
</p:tagLst>
</file>

<file path=ppt/tags/tag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17da443e-3e85-4d59-8d91-b1205099b25c&quot; IsConsolidated=&quot;False&quot; IsTopLevel=&quot;False&quot; Layer=&quot;Harvey 0/4 [0]&quot; Source=&quot;Harvey 4&quot; /&gt;"/>
</p:tagLst>
</file>

<file path=ppt/tags/tag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17da443e-3e85-4d59-8d91-b1205099b25c&quot; IsConsolidated=&quot;False&quot; IsTopLevel=&quot;False&quot; Layer=&quot;Harvey 1/4 [1]&quot; Source=&quot;Harvey 4&quot; /&gt;"/>
</p:tagLst>
</file>

<file path=ppt/tags/tag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17da443e-3e85-4d59-8d91-b1205099b25c&quot; IsConsolidated=&quot;False&quot; IsTopLevel=&quot;False&quot; Layer=&quot;Harvey 2/4 [2]&quot; Source=&quot;Harvey 4&quot; /&gt;"/>
</p:tagLst>
</file>

<file path=ppt/tags/tag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17da443e-3e85-4d59-8d91-b1205099b25c&quot; IsConsolidated=&quot;False&quot; IsTopLevel=&quot;False&quot; Layer=&quot;Harvey 3/4 [3]&quot; Source=&quot;Harvey 4&quot; /&gt;"/>
</p:tagLst>
</file>

<file path=ppt/tags/tag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17da443e-3e85-4d59-8d91-b1205099b25c&quot; IsConsolidated=&quot;False&quot; IsTopLevel=&quot;False&quot; Layer=&quot;Harvey 4/4 [4]&quot; Source=&quot;Harvey 4&quot; /&gt;"/>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5N8RABWhsUaRV5pKA3NlF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ulq38yeeQEGC7xY2HGhVF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3LFRe73xEEmEMdI4A_8zx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LUCU5O8yaESIsSMretb9e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5N8RABWhsUaRV5pKA3NlF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ulq38yeeQEGC7xY2HGhVF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3LFRe73xEEmEMdI4A_8zx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LUCU5O8yaESIsSMretb9e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tz_GpY4qcE6ROlQZux5PE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OcdcCVydlEWeky_M9FEl8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3T7hQ8tR8E2RgzEfgnIxt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fu9QdnwmH0iD2RQA8xd5p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dod4hDCfT26Ul5_a5KRwT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dod4hDCfT26Ul5_a5KRwT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dod4hDCfT26Ul5_a5KRwT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dod4hDCfT26Ul5_a5KRwT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dod4hDCfT26Ul5_a5KRwTA"/>
</p:tagLst>
</file>

<file path=ppt/theme/theme1.xml><?xml version="1.0" encoding="utf-8"?>
<a:theme xmlns:a="http://schemas.openxmlformats.org/drawingml/2006/main" name="13_Template PPT TIM">
  <a:themeElements>
    <a:clrScheme name="Palette TIM">
      <a:dk1>
        <a:srgbClr val="000000"/>
      </a:dk1>
      <a:lt1>
        <a:sysClr val="window" lastClr="FFFFFF"/>
      </a:lt1>
      <a:dk2>
        <a:srgbClr val="004691"/>
      </a:dk2>
      <a:lt2>
        <a:srgbClr val="E6E6E6"/>
      </a:lt2>
      <a:accent1>
        <a:srgbClr val="004691"/>
      </a:accent1>
      <a:accent2>
        <a:srgbClr val="EB0028"/>
      </a:accent2>
      <a:accent3>
        <a:srgbClr val="A0A0A0"/>
      </a:accent3>
      <a:accent4>
        <a:srgbClr val="003264"/>
      </a:accent4>
      <a:accent5>
        <a:srgbClr val="960028"/>
      </a:accent5>
      <a:accent6>
        <a:srgbClr val="E6E6E6"/>
      </a:accent6>
      <a:hlink>
        <a:srgbClr val="376EA5"/>
      </a:hlink>
      <a:folHlink>
        <a:srgbClr val="C80028"/>
      </a:folHlink>
    </a:clrScheme>
    <a:fontScheme name="Font TIM">
      <a:majorFont>
        <a:latin typeface="TIM Sans"/>
        <a:ea typeface="ＭＳ Ｐゴシック"/>
        <a:cs typeface="Arial"/>
      </a:majorFont>
      <a:minorFont>
        <a:latin typeface="TIM Sans Light"/>
        <a:ea typeface="ＭＳ Ｐゴシック"/>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zione standard6" id="{73C9A087-5DA7-49F9-83EB-66A9A615C1CF}" vid="{374AF585-F304-4129-8D3C-28A16BC6F50C}"/>
    </a:ext>
  </a:extLst>
</a:theme>
</file>

<file path=ppt/theme/theme2.xml><?xml version="1.0" encoding="utf-8"?>
<a:theme xmlns:a="http://schemas.openxmlformats.org/drawingml/2006/main" name="2016_11_24 - Plano 17-19 Live v01">
  <a:themeElements>
    <a:clrScheme name="TIM">
      <a:dk1>
        <a:srgbClr val="004691"/>
      </a:dk1>
      <a:lt1>
        <a:srgbClr val="FFFFFF"/>
      </a:lt1>
      <a:dk2>
        <a:srgbClr val="005187"/>
      </a:dk2>
      <a:lt2>
        <a:srgbClr val="006EB8"/>
      </a:lt2>
      <a:accent1>
        <a:srgbClr val="009CDE"/>
      </a:accent1>
      <a:accent2>
        <a:srgbClr val="C5BDC1"/>
      </a:accent2>
      <a:accent3>
        <a:srgbClr val="DC684B"/>
      </a:accent3>
      <a:accent4>
        <a:srgbClr val="EB0028"/>
      </a:accent4>
      <a:accent5>
        <a:srgbClr val="000000"/>
      </a:accent5>
      <a:accent6>
        <a:srgbClr val="E37222"/>
      </a:accent6>
      <a:hlink>
        <a:srgbClr val="F4D100"/>
      </a:hlink>
      <a:folHlink>
        <a:srgbClr val="74AF27"/>
      </a:folHlink>
    </a:clrScheme>
    <a:fontScheme name="Font TIM">
      <a:majorFont>
        <a:latin typeface="TIM Sans Medium"/>
        <a:ea typeface="ＭＳ Ｐゴシック"/>
        <a:cs typeface="Arial"/>
      </a:majorFont>
      <a:minorFont>
        <a:latin typeface="TIM Sans"/>
        <a:ea typeface="ＭＳ Ｐゴシック"/>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zione standard2" id="{FBFCADBC-6697-42DD-A769-60BB7DD73C06}" vid="{5A06C536-DCCB-423C-A822-E133DB3FBDAC}"/>
    </a:ext>
  </a:extLst>
</a:theme>
</file>

<file path=ppt/theme/theme3.xml><?xml version="1.0" encoding="utf-8"?>
<a:theme xmlns:a="http://schemas.openxmlformats.org/drawingml/2006/main" name="Master - End Blue">
  <a:themeElements>
    <a:clrScheme name="TIM">
      <a:dk1>
        <a:srgbClr val="004691"/>
      </a:dk1>
      <a:lt1>
        <a:srgbClr val="FFFFFF"/>
      </a:lt1>
      <a:dk2>
        <a:srgbClr val="005187"/>
      </a:dk2>
      <a:lt2>
        <a:srgbClr val="006EB8"/>
      </a:lt2>
      <a:accent1>
        <a:srgbClr val="009CDE"/>
      </a:accent1>
      <a:accent2>
        <a:srgbClr val="C5BDC1"/>
      </a:accent2>
      <a:accent3>
        <a:srgbClr val="DC684B"/>
      </a:accent3>
      <a:accent4>
        <a:srgbClr val="EB0028"/>
      </a:accent4>
      <a:accent5>
        <a:srgbClr val="000000"/>
      </a:accent5>
      <a:accent6>
        <a:srgbClr val="E37222"/>
      </a:accent6>
      <a:hlink>
        <a:srgbClr val="F4D100"/>
      </a:hlink>
      <a:folHlink>
        <a:srgbClr val="74AF27"/>
      </a:folHlink>
    </a:clrScheme>
    <a:fontScheme name="Font TIM">
      <a:majorFont>
        <a:latin typeface="TIM Sans"/>
        <a:ea typeface="ＭＳ Ｐゴシック"/>
        <a:cs typeface="Arial"/>
      </a:majorFont>
      <a:minorFont>
        <a:latin typeface="TIM Sans Light"/>
        <a:ea typeface="ＭＳ Ｐゴシック"/>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zione standard2" id="{FBFCADBC-6697-42DD-A769-60BB7DD73C06}" vid="{A6811448-7869-4328-8893-725141657CDB}"/>
    </a:ext>
  </a:extLst>
</a:theme>
</file>

<file path=ppt/theme/theme4.xml><?xml version="1.0" encoding="utf-8"?>
<a:theme xmlns:a="http://schemas.openxmlformats.org/drawingml/2006/main" name="Template TIM 2015">
  <a:themeElements>
    <a:clrScheme name="TIM">
      <a:dk1>
        <a:srgbClr val="002846"/>
      </a:dk1>
      <a:lt1>
        <a:srgbClr val="FFFFFF"/>
      </a:lt1>
      <a:dk2>
        <a:srgbClr val="002878"/>
      </a:dk2>
      <a:lt2>
        <a:srgbClr val="C4D9E4"/>
      </a:lt2>
      <a:accent1>
        <a:srgbClr val="0073CF"/>
      </a:accent1>
      <a:accent2>
        <a:srgbClr val="2C9CD3"/>
      </a:accent2>
      <a:accent3>
        <a:srgbClr val="00C4DF"/>
      </a:accent3>
      <a:accent4>
        <a:srgbClr val="DF0024"/>
      </a:accent4>
      <a:accent5>
        <a:srgbClr val="5E6A71"/>
      </a:accent5>
      <a:accent6>
        <a:srgbClr val="E37222"/>
      </a:accent6>
      <a:hlink>
        <a:srgbClr val="FED100"/>
      </a:hlink>
      <a:folHlink>
        <a:srgbClr val="7AB800"/>
      </a:folHlink>
    </a:clrScheme>
    <a:fontScheme name="Template_LifeNetwork (2)">
      <a:majorFont>
        <a:latin typeface="Franklin Gothic Demi"/>
        <a:ea typeface="ＭＳ Ｐゴシック"/>
        <a:cs typeface="Arial"/>
      </a:majorFont>
      <a:minorFont>
        <a:latin typeface="Franklin Gothic Demi"/>
        <a:ea typeface="ＭＳ Ｐゴシック"/>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spPr>
      <a:bodyPr rtlCol="0" anchor="ctr"/>
      <a:lstStyle>
        <a:defPPr algn="ctr">
          <a:defRPr dirty="0" err="1" smtClean="0">
            <a:latin typeface="Arial"/>
            <a:cs typeface="Arial"/>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effectLst/>
      </a:spPr>
      <a:bodyPr wrap="none" rtlCol="0">
        <a:spAutoFit/>
      </a:bodyPr>
      <a:lstStyle>
        <a:defPPr>
          <a:defRPr dirty="0" smtClean="0">
            <a:latin typeface="Arial"/>
            <a:cs typeface="Arial"/>
          </a:defRPr>
        </a:defPPr>
      </a:lstStyle>
    </a:txDef>
  </a:objectDefaults>
  <a:extraClrSchemeLst>
    <a:extraClrScheme>
      <a:clrScheme name="Template_LifeNetwork (2) 1">
        <a:dk1>
          <a:srgbClr val="000000"/>
        </a:dk1>
        <a:lt1>
          <a:srgbClr val="FFFFFF"/>
        </a:lt1>
        <a:dk2>
          <a:srgbClr val="FF0000"/>
        </a:dk2>
        <a:lt2>
          <a:srgbClr val="7E7E7E"/>
        </a:lt2>
        <a:accent1>
          <a:srgbClr val="0070B0"/>
        </a:accent1>
        <a:accent2>
          <a:srgbClr val="677390"/>
        </a:accent2>
        <a:accent3>
          <a:srgbClr val="FFFFFF"/>
        </a:accent3>
        <a:accent4>
          <a:srgbClr val="000000"/>
        </a:accent4>
        <a:accent5>
          <a:srgbClr val="AABBD4"/>
        </a:accent5>
        <a:accent6>
          <a:srgbClr val="5D6882"/>
        </a:accent6>
        <a:hlink>
          <a:srgbClr val="98AED2"/>
        </a:hlink>
        <a:folHlink>
          <a:srgbClr val="507993"/>
        </a:folHlink>
      </a:clrScheme>
      <a:clrMap bg1="lt1" tx1="dk1" bg2="lt2" tx2="dk2" accent1="accent1" accent2="accent2" accent3="accent3" accent4="accent4" accent5="accent5" accent6="accent6" hlink="hlink" folHlink="folHlink"/>
    </a:extraClrScheme>
    <a:extraClrScheme>
      <a:clrScheme name="Template_LifeNetwork (2) 2">
        <a:dk1>
          <a:srgbClr val="000000"/>
        </a:dk1>
        <a:lt1>
          <a:srgbClr val="FFFFFF"/>
        </a:lt1>
        <a:dk2>
          <a:srgbClr val="D52B1E"/>
        </a:dk2>
        <a:lt2>
          <a:srgbClr val="6C6F70"/>
        </a:lt2>
        <a:accent1>
          <a:srgbClr val="0075B0"/>
        </a:accent1>
        <a:accent2>
          <a:srgbClr val="5C7F92"/>
        </a:accent2>
        <a:accent3>
          <a:srgbClr val="FFFFFF"/>
        </a:accent3>
        <a:accent4>
          <a:srgbClr val="000000"/>
        </a:accent4>
        <a:accent5>
          <a:srgbClr val="AABDD4"/>
        </a:accent5>
        <a:accent6>
          <a:srgbClr val="537284"/>
        </a:accent6>
        <a:hlink>
          <a:srgbClr val="5082AB"/>
        </a:hlink>
        <a:folHlink>
          <a:srgbClr val="93B1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zione - test 2003 def ver.2" id="{20BE75C7-FD95-4A70-834C-3100434E8EA5}" vid="{07390C74-135A-4C1D-81ED-7B1B9047014C}"/>
    </a:ext>
  </a:extLst>
</a:theme>
</file>

<file path=ppt/theme/theme5.xml><?xml version="1.0" encoding="utf-8"?>
<a:theme xmlns:a="http://schemas.openxmlformats.org/drawingml/2006/main" name="1_Template TIM 2015">
  <a:themeElements>
    <a:clrScheme name="TIM">
      <a:dk1>
        <a:srgbClr val="002846"/>
      </a:dk1>
      <a:lt1>
        <a:srgbClr val="FFFFFF"/>
      </a:lt1>
      <a:dk2>
        <a:srgbClr val="002878"/>
      </a:dk2>
      <a:lt2>
        <a:srgbClr val="C4D9E4"/>
      </a:lt2>
      <a:accent1>
        <a:srgbClr val="0073CF"/>
      </a:accent1>
      <a:accent2>
        <a:srgbClr val="2C9CD3"/>
      </a:accent2>
      <a:accent3>
        <a:srgbClr val="00C4DF"/>
      </a:accent3>
      <a:accent4>
        <a:srgbClr val="DF0024"/>
      </a:accent4>
      <a:accent5>
        <a:srgbClr val="5E6A71"/>
      </a:accent5>
      <a:accent6>
        <a:srgbClr val="E37222"/>
      </a:accent6>
      <a:hlink>
        <a:srgbClr val="FED100"/>
      </a:hlink>
      <a:folHlink>
        <a:srgbClr val="7AB800"/>
      </a:folHlink>
    </a:clrScheme>
    <a:fontScheme name="Template_LifeNetwork (2)">
      <a:majorFont>
        <a:latin typeface="Franklin Gothic Demi"/>
        <a:ea typeface="ＭＳ Ｐゴシック"/>
        <a:cs typeface="Arial"/>
      </a:majorFont>
      <a:minorFont>
        <a:latin typeface="Franklin Gothic Demi"/>
        <a:ea typeface="ＭＳ Ｐゴシック"/>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spPr>
      <a:bodyPr rtlCol="0" anchor="ctr"/>
      <a:lstStyle>
        <a:defPPr algn="ctr">
          <a:defRPr dirty="0" err="1" smtClean="0">
            <a:latin typeface="Arial"/>
            <a:cs typeface="Arial"/>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effectLst/>
      </a:spPr>
      <a:bodyPr wrap="none" rtlCol="0">
        <a:spAutoFit/>
      </a:bodyPr>
      <a:lstStyle>
        <a:defPPr>
          <a:defRPr dirty="0" smtClean="0">
            <a:latin typeface="Arial"/>
            <a:cs typeface="Arial"/>
          </a:defRPr>
        </a:defPPr>
      </a:lstStyle>
    </a:txDef>
  </a:objectDefaults>
  <a:extraClrSchemeLst>
    <a:extraClrScheme>
      <a:clrScheme name="Template_LifeNetwork (2) 1">
        <a:dk1>
          <a:srgbClr val="000000"/>
        </a:dk1>
        <a:lt1>
          <a:srgbClr val="FFFFFF"/>
        </a:lt1>
        <a:dk2>
          <a:srgbClr val="FF0000"/>
        </a:dk2>
        <a:lt2>
          <a:srgbClr val="7E7E7E"/>
        </a:lt2>
        <a:accent1>
          <a:srgbClr val="0070B0"/>
        </a:accent1>
        <a:accent2>
          <a:srgbClr val="677390"/>
        </a:accent2>
        <a:accent3>
          <a:srgbClr val="FFFFFF"/>
        </a:accent3>
        <a:accent4>
          <a:srgbClr val="000000"/>
        </a:accent4>
        <a:accent5>
          <a:srgbClr val="AABBD4"/>
        </a:accent5>
        <a:accent6>
          <a:srgbClr val="5D6882"/>
        </a:accent6>
        <a:hlink>
          <a:srgbClr val="98AED2"/>
        </a:hlink>
        <a:folHlink>
          <a:srgbClr val="507993"/>
        </a:folHlink>
      </a:clrScheme>
      <a:clrMap bg1="lt1" tx1="dk1" bg2="lt2" tx2="dk2" accent1="accent1" accent2="accent2" accent3="accent3" accent4="accent4" accent5="accent5" accent6="accent6" hlink="hlink" folHlink="folHlink"/>
    </a:extraClrScheme>
    <a:extraClrScheme>
      <a:clrScheme name="Template_LifeNetwork (2) 2">
        <a:dk1>
          <a:srgbClr val="000000"/>
        </a:dk1>
        <a:lt1>
          <a:srgbClr val="FFFFFF"/>
        </a:lt1>
        <a:dk2>
          <a:srgbClr val="D52B1E"/>
        </a:dk2>
        <a:lt2>
          <a:srgbClr val="6C6F70"/>
        </a:lt2>
        <a:accent1>
          <a:srgbClr val="0075B0"/>
        </a:accent1>
        <a:accent2>
          <a:srgbClr val="5C7F92"/>
        </a:accent2>
        <a:accent3>
          <a:srgbClr val="FFFFFF"/>
        </a:accent3>
        <a:accent4>
          <a:srgbClr val="000000"/>
        </a:accent4>
        <a:accent5>
          <a:srgbClr val="AABDD4"/>
        </a:accent5>
        <a:accent6>
          <a:srgbClr val="537284"/>
        </a:accent6>
        <a:hlink>
          <a:srgbClr val="5082AB"/>
        </a:hlink>
        <a:folHlink>
          <a:srgbClr val="93B1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zione - test 2003 def ver.2" id="{20BE75C7-FD95-4A70-834C-3100434E8EA5}" vid="{07390C74-135A-4C1D-81ED-7B1B9047014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144012</TotalTime>
  <Words>778</Words>
  <Application>Microsoft Office PowerPoint</Application>
  <PresentationFormat>Widescreen</PresentationFormat>
  <Paragraphs>107</Paragraphs>
  <Slides>6</Slides>
  <Notes>1</Notes>
  <HiddenSlides>0</HiddenSlides>
  <MMClips>0</MMClips>
  <ScaleCrop>false</ScaleCrop>
  <HeadingPairs>
    <vt:vector size="6" baseType="variant">
      <vt:variant>
        <vt:lpstr>Fontes usadas</vt:lpstr>
      </vt:variant>
      <vt:variant>
        <vt:i4>10</vt:i4>
      </vt:variant>
      <vt:variant>
        <vt:lpstr>Tema</vt:lpstr>
      </vt:variant>
      <vt:variant>
        <vt:i4>5</vt:i4>
      </vt:variant>
      <vt:variant>
        <vt:lpstr>Títulos de slides</vt:lpstr>
      </vt:variant>
      <vt:variant>
        <vt:i4>6</vt:i4>
      </vt:variant>
    </vt:vector>
  </HeadingPairs>
  <TitlesOfParts>
    <vt:vector size="21" baseType="lpstr">
      <vt:lpstr>Arial</vt:lpstr>
      <vt:lpstr>Calibri</vt:lpstr>
      <vt:lpstr>Franklin Gothic Book</vt:lpstr>
      <vt:lpstr>Franklin Gothic Demi</vt:lpstr>
      <vt:lpstr>Franklin Gothic Medium</vt:lpstr>
      <vt:lpstr>FS Me</vt:lpstr>
      <vt:lpstr>TIM Sans</vt:lpstr>
      <vt:lpstr>TIM Sans Heavy</vt:lpstr>
      <vt:lpstr>TIM Sans Light</vt:lpstr>
      <vt:lpstr>TIM Sans Medium</vt:lpstr>
      <vt:lpstr>13_Template PPT TIM</vt:lpstr>
      <vt:lpstr>2016_11_24 - Plano 17-19 Live v01</vt:lpstr>
      <vt:lpstr>Master - End Blue</vt:lpstr>
      <vt:lpstr>Template TIM 2015</vt:lpstr>
      <vt:lpstr>1_Template TIM 2015</vt:lpstr>
      <vt:lpstr>Apresentação do PowerPoint</vt:lpstr>
      <vt:lpstr>Objetivo do Case</vt:lpstr>
      <vt:lpstr>Passo 1 - Introdução</vt:lpstr>
      <vt:lpstr>Passo 2 – Indicadores</vt:lpstr>
      <vt:lpstr>Passo 3 – Necessidades</vt:lpstr>
      <vt:lpstr>Passo 4 – Entrega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Rodolfo Castro</dc:creator>
  <cp:lastModifiedBy>Wagner Inacio</cp:lastModifiedBy>
  <cp:revision>5780</cp:revision>
  <cp:lastPrinted>2018-01-22T11:37:09Z</cp:lastPrinted>
  <dcterms:created xsi:type="dcterms:W3CDTF">2016-08-01T13:51:36Z</dcterms:created>
  <dcterms:modified xsi:type="dcterms:W3CDTF">2026-03-27T20:36:23Z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7f406a-379f-47ee-930c-6bec6e76f2a4_Enabled">
    <vt:lpwstr>True</vt:lpwstr>
  </property>
  <property fmtid="{D5CDD505-2E9C-101B-9397-08002B2CF9AE}" pid="3" name="MSIP_Label_387f406a-379f-47ee-930c-6bec6e76f2a4_SiteId">
    <vt:lpwstr>57b8c96e-ac2f-4d78-a149-f1fc6817d3c4</vt:lpwstr>
  </property>
  <property fmtid="{D5CDD505-2E9C-101B-9397-08002B2CF9AE}" pid="4" name="MSIP_Label_387f406a-379f-47ee-930c-6bec6e76f2a4_Ref">
    <vt:lpwstr>https://api.informationprotection.azure.com/api/57b8c96e-ac2f-4d78-a149-f1fc6817d3c4</vt:lpwstr>
  </property>
  <property fmtid="{D5CDD505-2E9C-101B-9397-08002B2CF9AE}" pid="5" name="MSIP_Label_387f406a-379f-47ee-930c-6bec6e76f2a4_Owner">
    <vt:lpwstr>ldajunior@timbrasil.com.br</vt:lpwstr>
  </property>
  <property fmtid="{D5CDD505-2E9C-101B-9397-08002B2CF9AE}" pid="6" name="MSIP_Label_387f406a-379f-47ee-930c-6bec6e76f2a4_SetDate">
    <vt:lpwstr>2018-07-23T12:23:19.1353162-03:00</vt:lpwstr>
  </property>
  <property fmtid="{D5CDD505-2E9C-101B-9397-08002B2CF9AE}" pid="7" name="MSIP_Label_387f406a-379f-47ee-930c-6bec6e76f2a4_Name">
    <vt:lpwstr>Uso Interno</vt:lpwstr>
  </property>
  <property fmtid="{D5CDD505-2E9C-101B-9397-08002B2CF9AE}" pid="8" name="MSIP_Label_387f406a-379f-47ee-930c-6bec6e76f2a4_Application">
    <vt:lpwstr>Microsoft Azure Information Protection</vt:lpwstr>
  </property>
  <property fmtid="{D5CDD505-2E9C-101B-9397-08002B2CF9AE}" pid="9" name="MSIP_Label_387f406a-379f-47ee-930c-6bec6e76f2a4_Extended_MSFT_Method">
    <vt:lpwstr>Manual</vt:lpwstr>
  </property>
  <property fmtid="{D5CDD505-2E9C-101B-9397-08002B2CF9AE}" pid="10" name="Sensitivity">
    <vt:lpwstr>Uso Interno</vt:lpwstr>
  </property>
</Properties>
</file>